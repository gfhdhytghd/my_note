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41"/>
  </p:notesMasterIdLst>
  <p:sldIdLst>
    <p:sldId id="256" r:id="rId2"/>
    <p:sldId id="298" r:id="rId3"/>
    <p:sldId id="299" r:id="rId4"/>
    <p:sldId id="287" r:id="rId5"/>
    <p:sldId id="300" r:id="rId6"/>
    <p:sldId id="288" r:id="rId7"/>
    <p:sldId id="267" r:id="rId8"/>
    <p:sldId id="303" r:id="rId9"/>
    <p:sldId id="305" r:id="rId10"/>
    <p:sldId id="307" r:id="rId11"/>
    <p:sldId id="310" r:id="rId12"/>
    <p:sldId id="311" r:id="rId13"/>
    <p:sldId id="353" r:id="rId14"/>
    <p:sldId id="342" r:id="rId15"/>
    <p:sldId id="316" r:id="rId16"/>
    <p:sldId id="319" r:id="rId17"/>
    <p:sldId id="313" r:id="rId18"/>
    <p:sldId id="260" r:id="rId19"/>
    <p:sldId id="259" r:id="rId20"/>
    <p:sldId id="349" r:id="rId21"/>
    <p:sldId id="261" r:id="rId22"/>
    <p:sldId id="292" r:id="rId23"/>
    <p:sldId id="337" r:id="rId24"/>
    <p:sldId id="355" r:id="rId25"/>
    <p:sldId id="324" r:id="rId26"/>
    <p:sldId id="351" r:id="rId27"/>
    <p:sldId id="338" r:id="rId28"/>
    <p:sldId id="314" r:id="rId29"/>
    <p:sldId id="318" r:id="rId30"/>
    <p:sldId id="343" r:id="rId31"/>
    <p:sldId id="340" r:id="rId32"/>
    <p:sldId id="328" r:id="rId33"/>
    <p:sldId id="330" r:id="rId34"/>
    <p:sldId id="341" r:id="rId35"/>
    <p:sldId id="344" r:id="rId36"/>
    <p:sldId id="345" r:id="rId37"/>
    <p:sldId id="352" r:id="rId38"/>
    <p:sldId id="333" r:id="rId39"/>
    <p:sldId id="334" r:id="rId40"/>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83E031-6F75-E44F-8258-FA761D296FF6}" v="152" dt="2026-08-27T01:47:0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23"/>
    <p:restoredTop sz="94932"/>
  </p:normalViewPr>
  <p:slideViewPr>
    <p:cSldViewPr>
      <p:cViewPr varScale="1">
        <p:scale>
          <a:sx n="120" d="100"/>
          <a:sy n="120" d="100"/>
        </p:scale>
        <p:origin x="2224" y="19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u, Boliang" userId="2807e975-b482-45f1-8aec-1c6c50fca21e" providerId="ADAL" clId="{3383B8EF-DC2A-543C-9364-0AEE61D2B73D}"/>
    <pc:docChg chg="undo custSel addSld delSld modSld">
      <pc:chgData name="Zhu, Boliang" userId="2807e975-b482-45f1-8aec-1c6c50fca21e" providerId="ADAL" clId="{3383B8EF-DC2A-543C-9364-0AEE61D2B73D}" dt="2026-08-27T01:47:01.515" v="1187" actId="2696"/>
      <pc:docMkLst>
        <pc:docMk/>
      </pc:docMkLst>
      <pc:sldChg chg="addSp delSp modSp mod">
        <pc:chgData name="Zhu, Boliang" userId="2807e975-b482-45f1-8aec-1c6c50fca21e" providerId="ADAL" clId="{3383B8EF-DC2A-543C-9364-0AEE61D2B73D}" dt="2026-08-26T01:03:14.376" v="379" actId="164"/>
        <pc:sldMkLst>
          <pc:docMk/>
          <pc:sldMk cId="3554663779" sldId="299"/>
        </pc:sldMkLst>
        <pc:spChg chg="del mod">
          <ac:chgData name="Zhu, Boliang" userId="2807e975-b482-45f1-8aec-1c6c50fca21e" providerId="ADAL" clId="{3383B8EF-DC2A-543C-9364-0AEE61D2B73D}" dt="2026-08-26T01:02:46.023" v="333" actId="478"/>
          <ac:spMkLst>
            <pc:docMk/>
            <pc:sldMk cId="3554663779" sldId="299"/>
            <ac:spMk id="3" creationId="{309FE5BE-13B1-DA07-C06B-36FD3D7125DA}"/>
          </ac:spMkLst>
        </pc:spChg>
        <pc:spChg chg="add mod">
          <ac:chgData name="Zhu, Boliang" userId="2807e975-b482-45f1-8aec-1c6c50fca21e" providerId="ADAL" clId="{3383B8EF-DC2A-543C-9364-0AEE61D2B73D}" dt="2026-08-26T01:03:14.376" v="379" actId="164"/>
          <ac:spMkLst>
            <pc:docMk/>
            <pc:sldMk cId="3554663779" sldId="299"/>
            <ac:spMk id="6" creationId="{73904EEE-BA55-7C20-B8EF-5A923D501BBF}"/>
          </ac:spMkLst>
        </pc:spChg>
        <pc:grpChg chg="add mod">
          <ac:chgData name="Zhu, Boliang" userId="2807e975-b482-45f1-8aec-1c6c50fca21e" providerId="ADAL" clId="{3383B8EF-DC2A-543C-9364-0AEE61D2B73D}" dt="2026-08-26T01:03:14.376" v="379" actId="164"/>
          <ac:grpSpMkLst>
            <pc:docMk/>
            <pc:sldMk cId="3554663779" sldId="299"/>
            <ac:grpSpMk id="7" creationId="{F439D8D1-2A9E-A03B-2EAA-04E6E42493CA}"/>
          </ac:grpSpMkLst>
        </pc:grpChg>
        <pc:picChg chg="add mod">
          <ac:chgData name="Zhu, Boliang" userId="2807e975-b482-45f1-8aec-1c6c50fca21e" providerId="ADAL" clId="{3383B8EF-DC2A-543C-9364-0AEE61D2B73D}" dt="2026-08-26T01:03:14.376" v="379" actId="164"/>
          <ac:picMkLst>
            <pc:docMk/>
            <pc:sldMk cId="3554663779" sldId="299"/>
            <ac:picMk id="2" creationId="{4FDBE03D-6637-2E31-3B53-8013DCC2F8C5}"/>
          </ac:picMkLst>
        </pc:picChg>
        <pc:picChg chg="del">
          <ac:chgData name="Zhu, Boliang" userId="2807e975-b482-45f1-8aec-1c6c50fca21e" providerId="ADAL" clId="{3383B8EF-DC2A-543C-9364-0AEE61D2B73D}" dt="2026-08-26T01:02:35.327" v="329" actId="21"/>
          <ac:picMkLst>
            <pc:docMk/>
            <pc:sldMk cId="3554663779" sldId="299"/>
            <ac:picMk id="5" creationId="{72DF0894-D644-0027-FB6D-D4494EE3E19A}"/>
          </ac:picMkLst>
        </pc:picChg>
      </pc:sldChg>
      <pc:sldChg chg="addSp delSp modSp mod">
        <pc:chgData name="Zhu, Boliang" userId="2807e975-b482-45f1-8aec-1c6c50fca21e" providerId="ADAL" clId="{3383B8EF-DC2A-543C-9364-0AEE61D2B73D}" dt="2026-08-26T00:48:33.493" v="165" actId="255"/>
        <pc:sldMkLst>
          <pc:docMk/>
          <pc:sldMk cId="0" sldId="303"/>
        </pc:sldMkLst>
        <pc:spChg chg="add del mod">
          <ac:chgData name="Zhu, Boliang" userId="2807e975-b482-45f1-8aec-1c6c50fca21e" providerId="ADAL" clId="{3383B8EF-DC2A-543C-9364-0AEE61D2B73D}" dt="2026-08-26T00:42:27.915" v="123" actId="21"/>
          <ac:spMkLst>
            <pc:docMk/>
            <pc:sldMk cId="0" sldId="303"/>
            <ac:spMk id="4" creationId="{49ECB02A-43C2-85F5-0592-F23A3E7A780B}"/>
          </ac:spMkLst>
        </pc:spChg>
        <pc:spChg chg="add del mod">
          <ac:chgData name="Zhu, Boliang" userId="2807e975-b482-45f1-8aec-1c6c50fca21e" providerId="ADAL" clId="{3383B8EF-DC2A-543C-9364-0AEE61D2B73D}" dt="2026-08-26T00:42:27.915" v="123" actId="21"/>
          <ac:spMkLst>
            <pc:docMk/>
            <pc:sldMk cId="0" sldId="303"/>
            <ac:spMk id="6" creationId="{8821A81C-E5C5-F592-0B99-B913135070D5}"/>
          </ac:spMkLst>
        </pc:spChg>
        <pc:spChg chg="add del mod">
          <ac:chgData name="Zhu, Boliang" userId="2807e975-b482-45f1-8aec-1c6c50fca21e" providerId="ADAL" clId="{3383B8EF-DC2A-543C-9364-0AEE61D2B73D}" dt="2026-08-26T00:45:17.410" v="125" actId="478"/>
          <ac:spMkLst>
            <pc:docMk/>
            <pc:sldMk cId="0" sldId="303"/>
            <ac:spMk id="9" creationId="{4B32A052-64F5-36D6-3EF3-55AF9732BD32}"/>
          </ac:spMkLst>
        </pc:spChg>
        <pc:spChg chg="del mod">
          <ac:chgData name="Zhu, Boliang" userId="2807e975-b482-45f1-8aec-1c6c50fca21e" providerId="ADAL" clId="{3383B8EF-DC2A-543C-9364-0AEE61D2B73D}" dt="2026-08-26T00:41:38.915" v="75" actId="478"/>
          <ac:spMkLst>
            <pc:docMk/>
            <pc:sldMk cId="0" sldId="303"/>
            <ac:spMk id="11266" creationId="{00000000-0000-0000-0000-000000000000}"/>
          </ac:spMkLst>
        </pc:spChg>
        <pc:graphicFrameChg chg="add del mod modGraphic">
          <ac:chgData name="Zhu, Boliang" userId="2807e975-b482-45f1-8aec-1c6c50fca21e" providerId="ADAL" clId="{3383B8EF-DC2A-543C-9364-0AEE61D2B73D}" dt="2026-08-26T00:46:51.298" v="145" actId="478"/>
          <ac:graphicFrameMkLst>
            <pc:docMk/>
            <pc:sldMk cId="0" sldId="303"/>
            <ac:graphicFrameMk id="3" creationId="{00000000-0000-0000-0000-000000000000}"/>
          </ac:graphicFrameMkLst>
        </pc:graphicFrameChg>
        <pc:graphicFrameChg chg="add mod">
          <ac:chgData name="Zhu, Boliang" userId="2807e975-b482-45f1-8aec-1c6c50fca21e" providerId="ADAL" clId="{3383B8EF-DC2A-543C-9364-0AEE61D2B73D}" dt="2026-08-26T00:46:33.076" v="141"/>
          <ac:graphicFrameMkLst>
            <pc:docMk/>
            <pc:sldMk cId="0" sldId="303"/>
            <ac:graphicFrameMk id="10" creationId="{0E669ABC-DFF9-AD10-8268-99AC919CC14E}"/>
          </ac:graphicFrameMkLst>
        </pc:graphicFrameChg>
        <pc:graphicFrameChg chg="add mod modGraphic">
          <ac:chgData name="Zhu, Boliang" userId="2807e975-b482-45f1-8aec-1c6c50fca21e" providerId="ADAL" clId="{3383B8EF-DC2A-543C-9364-0AEE61D2B73D}" dt="2026-08-26T00:48:33.493" v="165" actId="255"/>
          <ac:graphicFrameMkLst>
            <pc:docMk/>
            <pc:sldMk cId="0" sldId="303"/>
            <ac:graphicFrameMk id="11" creationId="{EFEF300B-54D3-23BA-BDB3-3B32F62B81DD}"/>
          </ac:graphicFrameMkLst>
        </pc:graphicFrameChg>
        <pc:picChg chg="add del">
          <ac:chgData name="Zhu, Boliang" userId="2807e975-b482-45f1-8aec-1c6c50fca21e" providerId="ADAL" clId="{3383B8EF-DC2A-543C-9364-0AEE61D2B73D}" dt="2026-08-26T00:45:13.733" v="124" actId="478"/>
          <ac:picMkLst>
            <pc:docMk/>
            <pc:sldMk cId="0" sldId="303"/>
            <ac:picMk id="7" creationId="{2CC5AFDC-C58F-434B-B00D-119D77C1984E}"/>
          </ac:picMkLst>
        </pc:picChg>
      </pc:sldChg>
      <pc:sldChg chg="addSp delSp modSp mod">
        <pc:chgData name="Zhu, Boliang" userId="2807e975-b482-45f1-8aec-1c6c50fca21e" providerId="ADAL" clId="{3383B8EF-DC2A-543C-9364-0AEE61D2B73D}" dt="2026-08-27T01:17:31.759" v="1087" actId="164"/>
        <pc:sldMkLst>
          <pc:docMk/>
          <pc:sldMk cId="0" sldId="311"/>
        </pc:sldMkLst>
        <pc:spChg chg="mod">
          <ac:chgData name="Zhu, Boliang" userId="2807e975-b482-45f1-8aec-1c6c50fca21e" providerId="ADAL" clId="{3383B8EF-DC2A-543C-9364-0AEE61D2B73D}" dt="2026-08-27T01:17:08.864" v="1082" actId="14100"/>
          <ac:spMkLst>
            <pc:docMk/>
            <pc:sldMk cId="0" sldId="311"/>
            <ac:spMk id="3" creationId="{00000000-0000-0000-0000-000000000000}"/>
          </ac:spMkLst>
        </pc:spChg>
        <pc:spChg chg="add mod topLvl">
          <ac:chgData name="Zhu, Boliang" userId="2807e975-b482-45f1-8aec-1c6c50fca21e" providerId="ADAL" clId="{3383B8EF-DC2A-543C-9364-0AEE61D2B73D}" dt="2026-08-27T01:17:31.759" v="1087" actId="164"/>
          <ac:spMkLst>
            <pc:docMk/>
            <pc:sldMk cId="0" sldId="311"/>
            <ac:spMk id="5" creationId="{F6205D67-25B9-CAEF-4B95-9B918AD22D0E}"/>
          </ac:spMkLst>
        </pc:spChg>
        <pc:spChg chg="del mod">
          <ac:chgData name="Zhu, Boliang" userId="2807e975-b482-45f1-8aec-1c6c50fca21e" providerId="ADAL" clId="{3383B8EF-DC2A-543C-9364-0AEE61D2B73D}" dt="2026-08-26T00:50:00.627" v="168" actId="478"/>
          <ac:spMkLst>
            <pc:docMk/>
            <pc:sldMk cId="0" sldId="311"/>
            <ac:spMk id="36865" creationId="{00000000-0000-0000-0000-000000000000}"/>
          </ac:spMkLst>
        </pc:spChg>
        <pc:grpChg chg="add mod">
          <ac:chgData name="Zhu, Boliang" userId="2807e975-b482-45f1-8aec-1c6c50fca21e" providerId="ADAL" clId="{3383B8EF-DC2A-543C-9364-0AEE61D2B73D}" dt="2026-08-27T01:17:31.759" v="1087" actId="164"/>
          <ac:grpSpMkLst>
            <pc:docMk/>
            <pc:sldMk cId="0" sldId="311"/>
            <ac:grpSpMk id="4" creationId="{B2528151-BD15-849F-EAF2-35BA0AB64A77}"/>
          </ac:grpSpMkLst>
        </pc:grpChg>
        <pc:grpChg chg="add del mod">
          <ac:chgData name="Zhu, Boliang" userId="2807e975-b482-45f1-8aec-1c6c50fca21e" providerId="ADAL" clId="{3383B8EF-DC2A-543C-9364-0AEE61D2B73D}" dt="2026-08-27T01:16:48.640" v="1079" actId="165"/>
          <ac:grpSpMkLst>
            <pc:docMk/>
            <pc:sldMk cId="0" sldId="311"/>
            <ac:grpSpMk id="6" creationId="{A2C7357A-0FA6-8399-38CB-F63918C6BE0E}"/>
          </ac:grpSpMkLst>
        </pc:grpChg>
        <pc:picChg chg="mod topLvl">
          <ac:chgData name="Zhu, Boliang" userId="2807e975-b482-45f1-8aec-1c6c50fca21e" providerId="ADAL" clId="{3383B8EF-DC2A-543C-9364-0AEE61D2B73D}" dt="2026-08-27T01:17:31.759" v="1087" actId="164"/>
          <ac:picMkLst>
            <pc:docMk/>
            <pc:sldMk cId="0" sldId="311"/>
            <ac:picMk id="2" creationId="{8BDCA2B3-0B96-76A9-7B7F-6FB6957879EF}"/>
          </ac:picMkLst>
        </pc:picChg>
      </pc:sldChg>
      <pc:sldChg chg="modSp mod">
        <pc:chgData name="Zhu, Boliang" userId="2807e975-b482-45f1-8aec-1c6c50fca21e" providerId="ADAL" clId="{3383B8EF-DC2A-543C-9364-0AEE61D2B73D}" dt="2026-08-27T01:19:11.874" v="1102" actId="20577"/>
        <pc:sldMkLst>
          <pc:docMk/>
          <pc:sldMk cId="0" sldId="313"/>
        </pc:sldMkLst>
        <pc:spChg chg="mod">
          <ac:chgData name="Zhu, Boliang" userId="2807e975-b482-45f1-8aec-1c6c50fca21e" providerId="ADAL" clId="{3383B8EF-DC2A-543C-9364-0AEE61D2B73D}" dt="2026-08-27T01:19:11.874" v="1102" actId="20577"/>
          <ac:spMkLst>
            <pc:docMk/>
            <pc:sldMk cId="0" sldId="313"/>
            <ac:spMk id="40961" creationId="{00000000-0000-0000-0000-000000000000}"/>
          </ac:spMkLst>
        </pc:spChg>
      </pc:sldChg>
      <pc:sldChg chg="addSp delSp modSp mod">
        <pc:chgData name="Zhu, Boliang" userId="2807e975-b482-45f1-8aec-1c6c50fca21e" providerId="ADAL" clId="{3383B8EF-DC2A-543C-9364-0AEE61D2B73D}" dt="2026-08-26T01:14:47.269" v="786" actId="164"/>
        <pc:sldMkLst>
          <pc:docMk/>
          <pc:sldMk cId="0" sldId="316"/>
        </pc:sldMkLst>
        <pc:spChg chg="add del mod">
          <ac:chgData name="Zhu, Boliang" userId="2807e975-b482-45f1-8aec-1c6c50fca21e" providerId="ADAL" clId="{3383B8EF-DC2A-543C-9364-0AEE61D2B73D}" dt="2026-08-26T01:11:41.964" v="649" actId="478"/>
          <ac:spMkLst>
            <pc:docMk/>
            <pc:sldMk cId="0" sldId="316"/>
            <ac:spMk id="3" creationId="{1B031D53-D48A-A013-D33F-321E63091495}"/>
          </ac:spMkLst>
        </pc:spChg>
        <pc:spChg chg="add del mod">
          <ac:chgData name="Zhu, Boliang" userId="2807e975-b482-45f1-8aec-1c6c50fca21e" providerId="ADAL" clId="{3383B8EF-DC2A-543C-9364-0AEE61D2B73D}" dt="2026-08-26T01:12:15.414" v="683" actId="478"/>
          <ac:spMkLst>
            <pc:docMk/>
            <pc:sldMk cId="0" sldId="316"/>
            <ac:spMk id="6" creationId="{E24B92C7-0C31-3AA0-786C-1FA388E33290}"/>
          </ac:spMkLst>
        </pc:spChg>
        <pc:spChg chg="add del">
          <ac:chgData name="Zhu, Boliang" userId="2807e975-b482-45f1-8aec-1c6c50fca21e" providerId="ADAL" clId="{3383B8EF-DC2A-543C-9364-0AEE61D2B73D}" dt="2026-08-26T01:12:25.973" v="686" actId="478"/>
          <ac:spMkLst>
            <pc:docMk/>
            <pc:sldMk cId="0" sldId="316"/>
            <ac:spMk id="8" creationId="{A9FB1FE2-B59C-98DF-E9D5-D58564109885}"/>
          </ac:spMkLst>
        </pc:spChg>
        <pc:spChg chg="add del mod">
          <ac:chgData name="Zhu, Boliang" userId="2807e975-b482-45f1-8aec-1c6c50fca21e" providerId="ADAL" clId="{3383B8EF-DC2A-543C-9364-0AEE61D2B73D}" dt="2026-08-26T01:12:31.434" v="689" actId="478"/>
          <ac:spMkLst>
            <pc:docMk/>
            <pc:sldMk cId="0" sldId="316"/>
            <ac:spMk id="10" creationId="{ACA7D41B-01AD-226D-2754-27E8A5CF4613}"/>
          </ac:spMkLst>
        </pc:spChg>
        <pc:spChg chg="add del mod">
          <ac:chgData name="Zhu, Boliang" userId="2807e975-b482-45f1-8aec-1c6c50fca21e" providerId="ADAL" clId="{3383B8EF-DC2A-543C-9364-0AEE61D2B73D}" dt="2026-08-26T01:12:49.058" v="705" actId="478"/>
          <ac:spMkLst>
            <pc:docMk/>
            <pc:sldMk cId="0" sldId="316"/>
            <ac:spMk id="12" creationId="{6E5CBFE9-5C08-B5FB-1E1A-0007F7E1D429}"/>
          </ac:spMkLst>
        </pc:spChg>
        <pc:spChg chg="add del mod">
          <ac:chgData name="Zhu, Boliang" userId="2807e975-b482-45f1-8aec-1c6c50fca21e" providerId="ADAL" clId="{3383B8EF-DC2A-543C-9364-0AEE61D2B73D}" dt="2026-08-26T01:13:00.279" v="707" actId="478"/>
          <ac:spMkLst>
            <pc:docMk/>
            <pc:sldMk cId="0" sldId="316"/>
            <ac:spMk id="14" creationId="{C6C29685-9DC4-3F40-69F3-8BD979A42CAB}"/>
          </ac:spMkLst>
        </pc:spChg>
        <pc:spChg chg="add del mod">
          <ac:chgData name="Zhu, Boliang" userId="2807e975-b482-45f1-8aec-1c6c50fca21e" providerId="ADAL" clId="{3383B8EF-DC2A-543C-9364-0AEE61D2B73D}" dt="2026-08-26T01:13:46.182" v="724" actId="478"/>
          <ac:spMkLst>
            <pc:docMk/>
            <pc:sldMk cId="0" sldId="316"/>
            <ac:spMk id="16" creationId="{F2A46A4B-FCD1-C78C-B204-FF19BA749CB7}"/>
          </ac:spMkLst>
        </pc:spChg>
        <pc:spChg chg="add del mod">
          <ac:chgData name="Zhu, Boliang" userId="2807e975-b482-45f1-8aec-1c6c50fca21e" providerId="ADAL" clId="{3383B8EF-DC2A-543C-9364-0AEE61D2B73D}" dt="2026-08-26T01:13:48.969" v="725" actId="478"/>
          <ac:spMkLst>
            <pc:docMk/>
            <pc:sldMk cId="0" sldId="316"/>
            <ac:spMk id="18" creationId="{E92896E0-D407-7605-11E2-D5A60F22F2C7}"/>
          </ac:spMkLst>
        </pc:spChg>
        <pc:spChg chg="add mod">
          <ac:chgData name="Zhu, Boliang" userId="2807e975-b482-45f1-8aec-1c6c50fca21e" providerId="ADAL" clId="{3383B8EF-DC2A-543C-9364-0AEE61D2B73D}" dt="2026-08-26T01:14:47.269" v="786" actId="164"/>
          <ac:spMkLst>
            <pc:docMk/>
            <pc:sldMk cId="0" sldId="316"/>
            <ac:spMk id="21" creationId="{4558F85E-9688-94E9-B66B-6B906D90DFE1}"/>
          </ac:spMkLst>
        </pc:spChg>
        <pc:spChg chg="del">
          <ac:chgData name="Zhu, Boliang" userId="2807e975-b482-45f1-8aec-1c6c50fca21e" providerId="ADAL" clId="{3383B8EF-DC2A-543C-9364-0AEE61D2B73D}" dt="2026-08-26T01:11:38.652" v="648" actId="478"/>
          <ac:spMkLst>
            <pc:docMk/>
            <pc:sldMk cId="0" sldId="316"/>
            <ac:spMk id="47105" creationId="{00000000-0000-0000-0000-000000000000}"/>
          </ac:spMkLst>
        </pc:spChg>
        <pc:grpChg chg="add mod">
          <ac:chgData name="Zhu, Boliang" userId="2807e975-b482-45f1-8aec-1c6c50fca21e" providerId="ADAL" clId="{3383B8EF-DC2A-543C-9364-0AEE61D2B73D}" dt="2026-08-26T01:14:47.269" v="786" actId="164"/>
          <ac:grpSpMkLst>
            <pc:docMk/>
            <pc:sldMk cId="0" sldId="316"/>
            <ac:grpSpMk id="22" creationId="{74AA579D-AB78-CB0C-AF87-EE6CD992F860}"/>
          </ac:grpSpMkLst>
        </pc:grpChg>
        <pc:picChg chg="del mod">
          <ac:chgData name="Zhu, Boliang" userId="2807e975-b482-45f1-8aec-1c6c50fca21e" providerId="ADAL" clId="{3383B8EF-DC2A-543C-9364-0AEE61D2B73D}" dt="2026-08-26T01:12:29.044" v="688" actId="21"/>
          <ac:picMkLst>
            <pc:docMk/>
            <pc:sldMk cId="0" sldId="316"/>
            <ac:picMk id="4" creationId="{97FE54C5-87DD-3C48-8749-14275BCCD897}"/>
          </ac:picMkLst>
        </pc:picChg>
        <pc:picChg chg="add del mod">
          <ac:chgData name="Zhu, Boliang" userId="2807e975-b482-45f1-8aec-1c6c50fca21e" providerId="ADAL" clId="{3383B8EF-DC2A-543C-9364-0AEE61D2B73D}" dt="2026-08-26T01:12:52.550" v="706" actId="21"/>
          <ac:picMkLst>
            <pc:docMk/>
            <pc:sldMk cId="0" sldId="316"/>
            <ac:picMk id="11" creationId="{A7E3DD90-0D32-5BCF-DB88-225D9559A8CE}"/>
          </ac:picMkLst>
        </pc:picChg>
        <pc:picChg chg="add del mod">
          <ac:chgData name="Zhu, Boliang" userId="2807e975-b482-45f1-8aec-1c6c50fca21e" providerId="ADAL" clId="{3383B8EF-DC2A-543C-9364-0AEE61D2B73D}" dt="2026-08-26T01:13:46.182" v="724" actId="478"/>
          <ac:picMkLst>
            <pc:docMk/>
            <pc:sldMk cId="0" sldId="316"/>
            <ac:picMk id="15" creationId="{BF22B613-A851-45E3-CFB6-1FDDE2F48C41}"/>
          </ac:picMkLst>
        </pc:picChg>
        <pc:picChg chg="add mod">
          <ac:chgData name="Zhu, Boliang" userId="2807e975-b482-45f1-8aec-1c6c50fca21e" providerId="ADAL" clId="{3383B8EF-DC2A-543C-9364-0AEE61D2B73D}" dt="2026-08-26T01:14:47.269" v="786" actId="164"/>
          <ac:picMkLst>
            <pc:docMk/>
            <pc:sldMk cId="0" sldId="316"/>
            <ac:picMk id="20" creationId="{13E68DFE-C05A-BF73-8B3B-5BE62B45681E}"/>
          </ac:picMkLst>
        </pc:picChg>
      </pc:sldChg>
      <pc:sldChg chg="addSp delSp modSp mod">
        <pc:chgData name="Zhu, Boliang" userId="2807e975-b482-45f1-8aec-1c6c50fca21e" providerId="ADAL" clId="{3383B8EF-DC2A-543C-9364-0AEE61D2B73D}" dt="2026-08-26T01:22:17.182" v="1005" actId="164"/>
        <pc:sldMkLst>
          <pc:docMk/>
          <pc:sldMk cId="0" sldId="318"/>
        </pc:sldMkLst>
        <pc:spChg chg="add del mod">
          <ac:chgData name="Zhu, Boliang" userId="2807e975-b482-45f1-8aec-1c6c50fca21e" providerId="ADAL" clId="{3383B8EF-DC2A-543C-9364-0AEE61D2B73D}" dt="2026-08-26T01:21:36.625" v="967" actId="478"/>
          <ac:spMkLst>
            <pc:docMk/>
            <pc:sldMk cId="0" sldId="318"/>
            <ac:spMk id="5" creationId="{7D8EF85C-0EFC-9560-081A-DA3546FB7455}"/>
          </ac:spMkLst>
        </pc:spChg>
        <pc:spChg chg="add mod">
          <ac:chgData name="Zhu, Boliang" userId="2807e975-b482-45f1-8aec-1c6c50fca21e" providerId="ADAL" clId="{3383B8EF-DC2A-543C-9364-0AEE61D2B73D}" dt="2026-08-26T01:22:17.182" v="1005" actId="164"/>
          <ac:spMkLst>
            <pc:docMk/>
            <pc:sldMk cId="0" sldId="318"/>
            <ac:spMk id="7" creationId="{F313B2B0-26B7-06BF-1244-B0C72853634B}"/>
          </ac:spMkLst>
        </pc:spChg>
        <pc:spChg chg="del mod">
          <ac:chgData name="Zhu, Boliang" userId="2807e975-b482-45f1-8aec-1c6c50fca21e" providerId="ADAL" clId="{3383B8EF-DC2A-543C-9364-0AEE61D2B73D}" dt="2026-08-26T01:21:33.373" v="966" actId="478"/>
          <ac:spMkLst>
            <pc:docMk/>
            <pc:sldMk cId="0" sldId="318"/>
            <ac:spMk id="51201" creationId="{00000000-0000-0000-0000-000000000000}"/>
          </ac:spMkLst>
        </pc:spChg>
        <pc:grpChg chg="add mod">
          <ac:chgData name="Zhu, Boliang" userId="2807e975-b482-45f1-8aec-1c6c50fca21e" providerId="ADAL" clId="{3383B8EF-DC2A-543C-9364-0AEE61D2B73D}" dt="2026-08-26T01:22:17.182" v="1005" actId="164"/>
          <ac:grpSpMkLst>
            <pc:docMk/>
            <pc:sldMk cId="0" sldId="318"/>
            <ac:grpSpMk id="8" creationId="{EC6DA380-082E-2011-84B4-2DEB3BFFEB31}"/>
          </ac:grpSpMkLst>
        </pc:grpChg>
        <pc:picChg chg="mod">
          <ac:chgData name="Zhu, Boliang" userId="2807e975-b482-45f1-8aec-1c6c50fca21e" providerId="ADAL" clId="{3383B8EF-DC2A-543C-9364-0AEE61D2B73D}" dt="2026-08-26T01:22:17.182" v="1005" actId="164"/>
          <ac:picMkLst>
            <pc:docMk/>
            <pc:sldMk cId="0" sldId="318"/>
            <ac:picMk id="4" creationId="{A2967C91-EA36-8D56-EC73-2970C6FCCC27}"/>
          </ac:picMkLst>
        </pc:picChg>
      </pc:sldChg>
      <pc:sldChg chg="addSp delSp modSp mod">
        <pc:chgData name="Zhu, Boliang" userId="2807e975-b482-45f1-8aec-1c6c50fca21e" providerId="ADAL" clId="{3383B8EF-DC2A-543C-9364-0AEE61D2B73D}" dt="2026-08-26T01:16:30.679" v="838" actId="164"/>
        <pc:sldMkLst>
          <pc:docMk/>
          <pc:sldMk cId="0" sldId="319"/>
        </pc:sldMkLst>
        <pc:spChg chg="add mod">
          <ac:chgData name="Zhu, Boliang" userId="2807e975-b482-45f1-8aec-1c6c50fca21e" providerId="ADAL" clId="{3383B8EF-DC2A-543C-9364-0AEE61D2B73D}" dt="2026-08-26T01:16:30.679" v="838" actId="164"/>
          <ac:spMkLst>
            <pc:docMk/>
            <pc:sldMk cId="0" sldId="319"/>
            <ac:spMk id="3" creationId="{392E3A8E-D4BA-B440-9D1F-4D724D3F0F1A}"/>
          </ac:spMkLst>
        </pc:spChg>
        <pc:spChg chg="add del mod">
          <ac:chgData name="Zhu, Boliang" userId="2807e975-b482-45f1-8aec-1c6c50fca21e" providerId="ADAL" clId="{3383B8EF-DC2A-543C-9364-0AEE61D2B73D}" dt="2026-08-26T01:15:47.528" v="822" actId="478"/>
          <ac:spMkLst>
            <pc:docMk/>
            <pc:sldMk cId="0" sldId="319"/>
            <ac:spMk id="5" creationId="{CF96B08F-B1E2-0449-2C6E-8C364BAA1A99}"/>
          </ac:spMkLst>
        </pc:spChg>
        <pc:spChg chg="del mod">
          <ac:chgData name="Zhu, Boliang" userId="2807e975-b482-45f1-8aec-1c6c50fca21e" providerId="ADAL" clId="{3383B8EF-DC2A-543C-9364-0AEE61D2B73D}" dt="2026-08-26T01:15:02.741" v="789" actId="478"/>
          <ac:spMkLst>
            <pc:docMk/>
            <pc:sldMk cId="0" sldId="319"/>
            <ac:spMk id="53249" creationId="{00000000-0000-0000-0000-000000000000}"/>
          </ac:spMkLst>
        </pc:spChg>
        <pc:grpChg chg="add mod">
          <ac:chgData name="Zhu, Boliang" userId="2807e975-b482-45f1-8aec-1c6c50fca21e" providerId="ADAL" clId="{3383B8EF-DC2A-543C-9364-0AEE61D2B73D}" dt="2026-08-26T01:16:30.679" v="838" actId="164"/>
          <ac:grpSpMkLst>
            <pc:docMk/>
            <pc:sldMk cId="0" sldId="319"/>
            <ac:grpSpMk id="9" creationId="{BF35A5C6-D8EE-E676-FCC2-98B1FD916712}"/>
          </ac:grpSpMkLst>
        </pc:grpChg>
        <pc:picChg chg="del">
          <ac:chgData name="Zhu, Boliang" userId="2807e975-b482-45f1-8aec-1c6c50fca21e" providerId="ADAL" clId="{3383B8EF-DC2A-543C-9364-0AEE61D2B73D}" dt="2026-08-26T01:15:44.743" v="821" actId="478"/>
          <ac:picMkLst>
            <pc:docMk/>
            <pc:sldMk cId="0" sldId="319"/>
            <ac:picMk id="6" creationId="{C670FA14-46E7-0D47-8A56-CD1B772A20FC}"/>
          </ac:picMkLst>
        </pc:picChg>
        <pc:picChg chg="add mod">
          <ac:chgData name="Zhu, Boliang" userId="2807e975-b482-45f1-8aec-1c6c50fca21e" providerId="ADAL" clId="{3383B8EF-DC2A-543C-9364-0AEE61D2B73D}" dt="2026-08-26T01:16:30.679" v="838" actId="164"/>
          <ac:picMkLst>
            <pc:docMk/>
            <pc:sldMk cId="0" sldId="319"/>
            <ac:picMk id="8" creationId="{3FCE689B-46B8-3380-F06E-9B9B78ECB875}"/>
          </ac:picMkLst>
        </pc:picChg>
      </pc:sldChg>
      <pc:sldChg chg="addSp delSp modSp mod">
        <pc:chgData name="Zhu, Boliang" userId="2807e975-b482-45f1-8aec-1c6c50fca21e" providerId="ADAL" clId="{3383B8EF-DC2A-543C-9364-0AEE61D2B73D}" dt="2026-08-26T01:19:09.583" v="907" actId="164"/>
        <pc:sldMkLst>
          <pc:docMk/>
          <pc:sldMk cId="1662617658" sldId="337"/>
        </pc:sldMkLst>
        <pc:spChg chg="del mod">
          <ac:chgData name="Zhu, Boliang" userId="2807e975-b482-45f1-8aec-1c6c50fca21e" providerId="ADAL" clId="{3383B8EF-DC2A-543C-9364-0AEE61D2B73D}" dt="2026-08-26T01:17:40.991" v="853" actId="478"/>
          <ac:spMkLst>
            <pc:docMk/>
            <pc:sldMk cId="1662617658" sldId="337"/>
            <ac:spMk id="2" creationId="{EB98FEC5-2A03-8F4A-B0CF-41A349DC1039}"/>
          </ac:spMkLst>
        </pc:spChg>
        <pc:spChg chg="add mod">
          <ac:chgData name="Zhu, Boliang" userId="2807e975-b482-45f1-8aec-1c6c50fca21e" providerId="ADAL" clId="{3383B8EF-DC2A-543C-9364-0AEE61D2B73D}" dt="2026-08-26T01:19:09.583" v="907" actId="164"/>
          <ac:spMkLst>
            <pc:docMk/>
            <pc:sldMk cId="1662617658" sldId="337"/>
            <ac:spMk id="4" creationId="{D20B7481-A443-14F8-E006-BE30E3BAF221}"/>
          </ac:spMkLst>
        </pc:spChg>
        <pc:spChg chg="add del mod">
          <ac:chgData name="Zhu, Boliang" userId="2807e975-b482-45f1-8aec-1c6c50fca21e" providerId="ADAL" clId="{3383B8EF-DC2A-543C-9364-0AEE61D2B73D}" dt="2026-08-26T01:18:30.398" v="888" actId="478"/>
          <ac:spMkLst>
            <pc:docMk/>
            <pc:sldMk cId="1662617658" sldId="337"/>
            <ac:spMk id="7" creationId="{E194FB47-1A6D-5DEC-B7E5-669B992A01A3}"/>
          </ac:spMkLst>
        </pc:spChg>
        <pc:grpChg chg="add mod">
          <ac:chgData name="Zhu, Boliang" userId="2807e975-b482-45f1-8aec-1c6c50fca21e" providerId="ADAL" clId="{3383B8EF-DC2A-543C-9364-0AEE61D2B73D}" dt="2026-08-26T01:19:09.583" v="907" actId="164"/>
          <ac:grpSpMkLst>
            <pc:docMk/>
            <pc:sldMk cId="1662617658" sldId="337"/>
            <ac:grpSpMk id="10" creationId="{1478A114-BF64-3094-0E1F-D648B6E5D3FC}"/>
          </ac:grpSpMkLst>
        </pc:grpChg>
        <pc:picChg chg="del">
          <ac:chgData name="Zhu, Boliang" userId="2807e975-b482-45f1-8aec-1c6c50fca21e" providerId="ADAL" clId="{3383B8EF-DC2A-543C-9364-0AEE61D2B73D}" dt="2026-08-26T01:18:27.897" v="887" actId="478"/>
          <ac:picMkLst>
            <pc:docMk/>
            <pc:sldMk cId="1662617658" sldId="337"/>
            <ac:picMk id="5" creationId="{F4B0B140-8E86-5246-9DAB-639665539410}"/>
          </ac:picMkLst>
        </pc:picChg>
        <pc:picChg chg="add mod">
          <ac:chgData name="Zhu, Boliang" userId="2807e975-b482-45f1-8aec-1c6c50fca21e" providerId="ADAL" clId="{3383B8EF-DC2A-543C-9364-0AEE61D2B73D}" dt="2026-08-26T01:19:09.583" v="907" actId="164"/>
          <ac:picMkLst>
            <pc:docMk/>
            <pc:sldMk cId="1662617658" sldId="337"/>
            <ac:picMk id="9" creationId="{977E5E0F-67A8-25F3-B7FD-4551E550706B}"/>
          </ac:picMkLst>
        </pc:picChg>
      </pc:sldChg>
      <pc:sldChg chg="addSp delSp modSp mod">
        <pc:chgData name="Zhu, Boliang" userId="2807e975-b482-45f1-8aec-1c6c50fca21e" providerId="ADAL" clId="{3383B8EF-DC2A-543C-9364-0AEE61D2B73D}" dt="2026-08-26T01:21:20.671" v="963" actId="164"/>
        <pc:sldMkLst>
          <pc:docMk/>
          <pc:sldMk cId="3835053286" sldId="338"/>
        </pc:sldMkLst>
        <pc:spChg chg="del mod">
          <ac:chgData name="Zhu, Boliang" userId="2807e975-b482-45f1-8aec-1c6c50fca21e" providerId="ADAL" clId="{3383B8EF-DC2A-543C-9364-0AEE61D2B73D}" dt="2026-08-26T01:19:24.267" v="910" actId="478"/>
          <ac:spMkLst>
            <pc:docMk/>
            <pc:sldMk cId="3835053286" sldId="338"/>
            <ac:spMk id="2" creationId="{264BD55E-6D0F-D642-A6AE-88D1135C1470}"/>
          </ac:spMkLst>
        </pc:spChg>
        <pc:spChg chg="add mod">
          <ac:chgData name="Zhu, Boliang" userId="2807e975-b482-45f1-8aec-1c6c50fca21e" providerId="ADAL" clId="{3383B8EF-DC2A-543C-9364-0AEE61D2B73D}" dt="2026-08-26T01:21:20.671" v="963" actId="164"/>
          <ac:spMkLst>
            <pc:docMk/>
            <pc:sldMk cId="3835053286" sldId="338"/>
            <ac:spMk id="4" creationId="{78D8A637-EF3D-256B-8BEF-F83768273B8A}"/>
          </ac:spMkLst>
        </pc:spChg>
        <pc:spChg chg="add del mod">
          <ac:chgData name="Zhu, Boliang" userId="2807e975-b482-45f1-8aec-1c6c50fca21e" providerId="ADAL" clId="{3383B8EF-DC2A-543C-9364-0AEE61D2B73D}" dt="2026-08-26T01:19:46.873" v="938" actId="478"/>
          <ac:spMkLst>
            <pc:docMk/>
            <pc:sldMk cId="3835053286" sldId="338"/>
            <ac:spMk id="7" creationId="{E12387A4-54CA-EAAF-87A8-40E2343799B1}"/>
          </ac:spMkLst>
        </pc:spChg>
        <pc:spChg chg="add del mod">
          <ac:chgData name="Zhu, Boliang" userId="2807e975-b482-45f1-8aec-1c6c50fca21e" providerId="ADAL" clId="{3383B8EF-DC2A-543C-9364-0AEE61D2B73D}" dt="2026-08-26T01:20:10.629" v="941" actId="478"/>
          <ac:spMkLst>
            <pc:docMk/>
            <pc:sldMk cId="3835053286" sldId="338"/>
            <ac:spMk id="10" creationId="{5830CBF2-77F2-CB1A-C7C3-4BA0267F520C}"/>
          </ac:spMkLst>
        </pc:spChg>
        <pc:grpChg chg="add mod">
          <ac:chgData name="Zhu, Boliang" userId="2807e975-b482-45f1-8aec-1c6c50fca21e" providerId="ADAL" clId="{3383B8EF-DC2A-543C-9364-0AEE61D2B73D}" dt="2026-08-26T01:21:20.671" v="963" actId="164"/>
          <ac:grpSpMkLst>
            <pc:docMk/>
            <pc:sldMk cId="3835053286" sldId="338"/>
            <ac:grpSpMk id="13" creationId="{0C7DBC7F-745F-26A8-BE98-69D87A482A27}"/>
          </ac:grpSpMkLst>
        </pc:grpChg>
        <pc:picChg chg="del">
          <ac:chgData name="Zhu, Boliang" userId="2807e975-b482-45f1-8aec-1c6c50fca21e" providerId="ADAL" clId="{3383B8EF-DC2A-543C-9364-0AEE61D2B73D}" dt="2026-08-26T01:19:41.544" v="937" actId="21"/>
          <ac:picMkLst>
            <pc:docMk/>
            <pc:sldMk cId="3835053286" sldId="338"/>
            <ac:picMk id="5" creationId="{7AF25468-4341-6949-BC08-9B321350EBCC}"/>
          </ac:picMkLst>
        </pc:picChg>
        <pc:picChg chg="add del mod">
          <ac:chgData name="Zhu, Boliang" userId="2807e975-b482-45f1-8aec-1c6c50fca21e" providerId="ADAL" clId="{3383B8EF-DC2A-543C-9364-0AEE61D2B73D}" dt="2026-08-26T01:20:07.720" v="940" actId="478"/>
          <ac:picMkLst>
            <pc:docMk/>
            <pc:sldMk cId="3835053286" sldId="338"/>
            <ac:picMk id="8" creationId="{CF831667-C169-3B69-8421-DADB8A101770}"/>
          </ac:picMkLst>
        </pc:picChg>
        <pc:picChg chg="add mod">
          <ac:chgData name="Zhu, Boliang" userId="2807e975-b482-45f1-8aec-1c6c50fca21e" providerId="ADAL" clId="{3383B8EF-DC2A-543C-9364-0AEE61D2B73D}" dt="2026-08-26T01:21:20.671" v="963" actId="164"/>
          <ac:picMkLst>
            <pc:docMk/>
            <pc:sldMk cId="3835053286" sldId="338"/>
            <ac:picMk id="12" creationId="{5E7AEEEC-F8F9-8A5F-EBA1-B042D5B301A5}"/>
          </ac:picMkLst>
        </pc:picChg>
      </pc:sldChg>
      <pc:sldChg chg="addSp delSp modSp mod">
        <pc:chgData name="Zhu, Boliang" userId="2807e975-b482-45f1-8aec-1c6c50fca21e" providerId="ADAL" clId="{3383B8EF-DC2A-543C-9364-0AEE61D2B73D}" dt="2026-08-27T01:41:33.192" v="1104" actId="1035"/>
        <pc:sldMkLst>
          <pc:docMk/>
          <pc:sldMk cId="2149366935" sldId="342"/>
        </pc:sldMkLst>
        <pc:spChg chg="del mod">
          <ac:chgData name="Zhu, Boliang" userId="2807e975-b482-45f1-8aec-1c6c50fca21e" providerId="ADAL" clId="{3383B8EF-DC2A-543C-9364-0AEE61D2B73D}" dt="2026-08-26T01:10:52.360" v="604" actId="478"/>
          <ac:spMkLst>
            <pc:docMk/>
            <pc:sldMk cId="2149366935" sldId="342"/>
            <ac:spMk id="2" creationId="{3EE7A3C1-B96F-5441-940B-68B0B86246AC}"/>
          </ac:spMkLst>
        </pc:spChg>
        <pc:spChg chg="mod">
          <ac:chgData name="Zhu, Boliang" userId="2807e975-b482-45f1-8aec-1c6c50fca21e" providerId="ADAL" clId="{3383B8EF-DC2A-543C-9364-0AEE61D2B73D}" dt="2026-08-27T01:41:33.192" v="1104" actId="1035"/>
          <ac:spMkLst>
            <pc:docMk/>
            <pc:sldMk cId="2149366935" sldId="342"/>
            <ac:spMk id="3" creationId="{200BD535-3C74-FB47-8FA0-12F32834A5B7}"/>
          </ac:spMkLst>
        </pc:spChg>
        <pc:spChg chg="add mod topLvl">
          <ac:chgData name="Zhu, Boliang" userId="2807e975-b482-45f1-8aec-1c6c50fca21e" providerId="ADAL" clId="{3383B8EF-DC2A-543C-9364-0AEE61D2B73D}" dt="2026-08-27T01:16:40.094" v="1078" actId="164"/>
          <ac:spMkLst>
            <pc:docMk/>
            <pc:sldMk cId="2149366935" sldId="342"/>
            <ac:spMk id="6" creationId="{C8317D9C-1D28-416B-5F71-04F89E7B88A4}"/>
          </ac:spMkLst>
        </pc:spChg>
        <pc:grpChg chg="add mod">
          <ac:chgData name="Zhu, Boliang" userId="2807e975-b482-45f1-8aec-1c6c50fca21e" providerId="ADAL" clId="{3383B8EF-DC2A-543C-9364-0AEE61D2B73D}" dt="2026-08-27T01:16:15.729" v="1071" actId="164"/>
          <ac:grpSpMkLst>
            <pc:docMk/>
            <pc:sldMk cId="2149366935" sldId="342"/>
            <ac:grpSpMk id="2" creationId="{3D57871E-9137-B158-0182-D193DA02573E}"/>
          </ac:grpSpMkLst>
        </pc:grpChg>
        <pc:grpChg chg="add mod">
          <ac:chgData name="Zhu, Boliang" userId="2807e975-b482-45f1-8aec-1c6c50fca21e" providerId="ADAL" clId="{3383B8EF-DC2A-543C-9364-0AEE61D2B73D}" dt="2026-08-27T01:16:40.094" v="1078" actId="164"/>
          <ac:grpSpMkLst>
            <pc:docMk/>
            <pc:sldMk cId="2149366935" sldId="342"/>
            <ac:grpSpMk id="4" creationId="{F99ED3BE-E008-6A04-6887-D124AACF7E4E}"/>
          </ac:grpSpMkLst>
        </pc:grpChg>
        <pc:grpChg chg="add del mod">
          <ac:chgData name="Zhu, Boliang" userId="2807e975-b482-45f1-8aec-1c6c50fca21e" providerId="ADAL" clId="{3383B8EF-DC2A-543C-9364-0AEE61D2B73D}" dt="2026-08-27T01:15:31.310" v="1067" actId="165"/>
          <ac:grpSpMkLst>
            <pc:docMk/>
            <pc:sldMk cId="2149366935" sldId="342"/>
            <ac:grpSpMk id="7" creationId="{1A58E249-9DCA-E07B-DED6-9F2385D82637}"/>
          </ac:grpSpMkLst>
        </pc:grpChg>
        <pc:picChg chg="mod topLvl">
          <ac:chgData name="Zhu, Boliang" userId="2807e975-b482-45f1-8aec-1c6c50fca21e" providerId="ADAL" clId="{3383B8EF-DC2A-543C-9364-0AEE61D2B73D}" dt="2026-08-27T01:16:40.094" v="1078" actId="164"/>
          <ac:picMkLst>
            <pc:docMk/>
            <pc:sldMk cId="2149366935" sldId="342"/>
            <ac:picMk id="5" creationId="{5E0371AB-B758-7043-D7E6-C8C5CC46E95A}"/>
          </ac:picMkLst>
        </pc:picChg>
      </pc:sldChg>
      <pc:sldChg chg="addSp delSp modSp mod">
        <pc:chgData name="Zhu, Boliang" userId="2807e975-b482-45f1-8aec-1c6c50fca21e" providerId="ADAL" clId="{3383B8EF-DC2A-543C-9364-0AEE61D2B73D}" dt="2026-08-26T01:23:53.708" v="1054" actId="164"/>
        <pc:sldMkLst>
          <pc:docMk/>
          <pc:sldMk cId="1552960170" sldId="344"/>
        </pc:sldMkLst>
        <pc:spChg chg="del mod">
          <ac:chgData name="Zhu, Boliang" userId="2807e975-b482-45f1-8aec-1c6c50fca21e" providerId="ADAL" clId="{3383B8EF-DC2A-543C-9364-0AEE61D2B73D}" dt="2026-08-26T01:22:36.417" v="1008" actId="478"/>
          <ac:spMkLst>
            <pc:docMk/>
            <pc:sldMk cId="1552960170" sldId="344"/>
            <ac:spMk id="2" creationId="{8284A863-E82E-7344-BCD0-2BB24B2C5DC0}"/>
          </ac:spMkLst>
        </pc:spChg>
        <pc:spChg chg="add mod">
          <ac:chgData name="Zhu, Boliang" userId="2807e975-b482-45f1-8aec-1c6c50fca21e" providerId="ADAL" clId="{3383B8EF-DC2A-543C-9364-0AEE61D2B73D}" dt="2026-08-26T01:23:53.708" v="1054" actId="164"/>
          <ac:spMkLst>
            <pc:docMk/>
            <pc:sldMk cId="1552960170" sldId="344"/>
            <ac:spMk id="4" creationId="{06667A97-038D-CD1C-051A-5711EA6F8407}"/>
          </ac:spMkLst>
        </pc:spChg>
        <pc:spChg chg="add del mod">
          <ac:chgData name="Zhu, Boliang" userId="2807e975-b482-45f1-8aec-1c6c50fca21e" providerId="ADAL" clId="{3383B8EF-DC2A-543C-9364-0AEE61D2B73D}" dt="2026-08-26T01:23:05.452" v="1039" actId="478"/>
          <ac:spMkLst>
            <pc:docMk/>
            <pc:sldMk cId="1552960170" sldId="344"/>
            <ac:spMk id="8" creationId="{F768D6FB-9B7D-1A19-E029-851883842E96}"/>
          </ac:spMkLst>
        </pc:spChg>
        <pc:grpChg chg="add mod">
          <ac:chgData name="Zhu, Boliang" userId="2807e975-b482-45f1-8aec-1c6c50fca21e" providerId="ADAL" clId="{3383B8EF-DC2A-543C-9364-0AEE61D2B73D}" dt="2026-08-26T01:23:53.708" v="1054" actId="164"/>
          <ac:grpSpMkLst>
            <pc:docMk/>
            <pc:sldMk cId="1552960170" sldId="344"/>
            <ac:grpSpMk id="11" creationId="{1A0DDE7D-84A0-4D60-16BA-6154435AD875}"/>
          </ac:grpSpMkLst>
        </pc:grpChg>
        <pc:picChg chg="del">
          <ac:chgData name="Zhu, Boliang" userId="2807e975-b482-45f1-8aec-1c6c50fca21e" providerId="ADAL" clId="{3383B8EF-DC2A-543C-9364-0AEE61D2B73D}" dt="2026-08-26T01:23:02.650" v="1038" actId="478"/>
          <ac:picMkLst>
            <pc:docMk/>
            <pc:sldMk cId="1552960170" sldId="344"/>
            <ac:picMk id="5" creationId="{F65A346C-1DEA-C046-A549-14D8F2DEAA38}"/>
          </ac:picMkLst>
        </pc:picChg>
        <pc:picChg chg="add mod">
          <ac:chgData name="Zhu, Boliang" userId="2807e975-b482-45f1-8aec-1c6c50fca21e" providerId="ADAL" clId="{3383B8EF-DC2A-543C-9364-0AEE61D2B73D}" dt="2026-08-26T01:23:53.708" v="1054" actId="164"/>
          <ac:picMkLst>
            <pc:docMk/>
            <pc:sldMk cId="1552960170" sldId="344"/>
            <ac:picMk id="10" creationId="{7C9D407F-610D-6254-545B-2FC0F265E91F}"/>
          </ac:picMkLst>
        </pc:picChg>
      </pc:sldChg>
      <pc:sldChg chg="addSp delSp modSp del mod">
        <pc:chgData name="Zhu, Boliang" userId="2807e975-b482-45f1-8aec-1c6c50fca21e" providerId="ADAL" clId="{3383B8EF-DC2A-543C-9364-0AEE61D2B73D}" dt="2026-08-26T01:08:32.082" v="514" actId="2696"/>
        <pc:sldMkLst>
          <pc:docMk/>
          <pc:sldMk cId="3498085934" sldId="346"/>
        </pc:sldMkLst>
        <pc:spChg chg="del mod">
          <ac:chgData name="Zhu, Boliang" userId="2807e975-b482-45f1-8aec-1c6c50fca21e" providerId="ADAL" clId="{3383B8EF-DC2A-543C-9364-0AEE61D2B73D}" dt="2026-08-26T01:03:38.807" v="381" actId="478"/>
          <ac:spMkLst>
            <pc:docMk/>
            <pc:sldMk cId="3498085934" sldId="346"/>
            <ac:spMk id="2" creationId="{5129BA58-C33C-A646-92FC-B9ADD470E8BF}"/>
          </ac:spMkLst>
        </pc:spChg>
        <pc:spChg chg="add del mod">
          <ac:chgData name="Zhu, Boliang" userId="2807e975-b482-45f1-8aec-1c6c50fca21e" providerId="ADAL" clId="{3383B8EF-DC2A-543C-9364-0AEE61D2B73D}" dt="2026-08-26T01:04:13.052" v="428" actId="478"/>
          <ac:spMkLst>
            <pc:docMk/>
            <pc:sldMk cId="3498085934" sldId="346"/>
            <ac:spMk id="4" creationId="{36F81C33-ACB7-3068-F7C0-3F5487B189EE}"/>
          </ac:spMkLst>
        </pc:spChg>
        <pc:spChg chg="add del mod">
          <ac:chgData name="Zhu, Boliang" userId="2807e975-b482-45f1-8aec-1c6c50fca21e" providerId="ADAL" clId="{3383B8EF-DC2A-543C-9364-0AEE61D2B73D}" dt="2026-08-26T01:04:26.303" v="431"/>
          <ac:spMkLst>
            <pc:docMk/>
            <pc:sldMk cId="3498085934" sldId="346"/>
            <ac:spMk id="5" creationId="{6775C5F2-CAED-E44F-5AB9-88D8DE0878B7}"/>
          </ac:spMkLst>
        </pc:spChg>
        <pc:spChg chg="add del mod">
          <ac:chgData name="Zhu, Boliang" userId="2807e975-b482-45f1-8aec-1c6c50fca21e" providerId="ADAL" clId="{3383B8EF-DC2A-543C-9364-0AEE61D2B73D}" dt="2026-08-26T01:04:40.786" v="435" actId="478"/>
          <ac:spMkLst>
            <pc:docMk/>
            <pc:sldMk cId="3498085934" sldId="346"/>
            <ac:spMk id="8" creationId="{417C8B1A-9EF1-F4EB-E9CE-329E7C6344A9}"/>
          </ac:spMkLst>
        </pc:spChg>
        <pc:spChg chg="add del mod">
          <ac:chgData name="Zhu, Boliang" userId="2807e975-b482-45f1-8aec-1c6c50fca21e" providerId="ADAL" clId="{3383B8EF-DC2A-543C-9364-0AEE61D2B73D}" dt="2026-08-26T01:05:57.009" v="479" actId="478"/>
          <ac:spMkLst>
            <pc:docMk/>
            <pc:sldMk cId="3498085934" sldId="346"/>
            <ac:spMk id="10" creationId="{040E609E-D40C-737D-17E2-1D005F569F49}"/>
          </ac:spMkLst>
        </pc:spChg>
        <pc:spChg chg="add del mod">
          <ac:chgData name="Zhu, Boliang" userId="2807e975-b482-45f1-8aec-1c6c50fca21e" providerId="ADAL" clId="{3383B8EF-DC2A-543C-9364-0AEE61D2B73D}" dt="2026-08-26T01:05:27.723" v="472" actId="478"/>
          <ac:spMkLst>
            <pc:docMk/>
            <pc:sldMk cId="3498085934" sldId="346"/>
            <ac:spMk id="12" creationId="{9A0B1E8B-6115-8A6C-625E-14970DA308C9}"/>
          </ac:spMkLst>
        </pc:spChg>
        <pc:spChg chg="add del mod">
          <ac:chgData name="Zhu, Boliang" userId="2807e975-b482-45f1-8aec-1c6c50fca21e" providerId="ADAL" clId="{3383B8EF-DC2A-543C-9364-0AEE61D2B73D}" dt="2026-08-26T01:05:41.447" v="475" actId="478"/>
          <ac:spMkLst>
            <pc:docMk/>
            <pc:sldMk cId="3498085934" sldId="346"/>
            <ac:spMk id="15" creationId="{24B1AEC0-8F51-7E84-9F80-F8943FDDE1A6}"/>
          </ac:spMkLst>
        </pc:spChg>
        <pc:spChg chg="add del mod">
          <ac:chgData name="Zhu, Boliang" userId="2807e975-b482-45f1-8aec-1c6c50fca21e" providerId="ADAL" clId="{3383B8EF-DC2A-543C-9364-0AEE61D2B73D}" dt="2026-08-26T01:07:37.048" v="512" actId="478"/>
          <ac:spMkLst>
            <pc:docMk/>
            <pc:sldMk cId="3498085934" sldId="346"/>
            <ac:spMk id="18" creationId="{485A60E9-B014-40E6-C32E-E94936D31678}"/>
          </ac:spMkLst>
        </pc:spChg>
        <pc:picChg chg="del mod">
          <ac:chgData name="Zhu, Boliang" userId="2807e975-b482-45f1-8aec-1c6c50fca21e" providerId="ADAL" clId="{3383B8EF-DC2A-543C-9364-0AEE61D2B73D}" dt="2026-08-26T01:04:38.234" v="434" actId="21"/>
          <ac:picMkLst>
            <pc:docMk/>
            <pc:sldMk cId="3498085934" sldId="346"/>
            <ac:picMk id="7" creationId="{00000000-0000-0000-0000-000000000000}"/>
          </ac:picMkLst>
        </pc:picChg>
        <pc:picChg chg="add del mod">
          <ac:chgData name="Zhu, Boliang" userId="2807e975-b482-45f1-8aec-1c6c50fca21e" providerId="ADAL" clId="{3383B8EF-DC2A-543C-9364-0AEE61D2B73D}" dt="2026-08-26T01:05:23.950" v="471" actId="21"/>
          <ac:picMkLst>
            <pc:docMk/>
            <pc:sldMk cId="3498085934" sldId="346"/>
            <ac:picMk id="9" creationId="{23F568FC-CB1F-3C21-92FB-D4AFEE7EE4F3}"/>
          </ac:picMkLst>
        </pc:picChg>
        <pc:picChg chg="add del mod">
          <ac:chgData name="Zhu, Boliang" userId="2807e975-b482-45f1-8aec-1c6c50fca21e" providerId="ADAL" clId="{3383B8EF-DC2A-543C-9364-0AEE61D2B73D}" dt="2026-08-26T01:05:37.098" v="474" actId="21"/>
          <ac:picMkLst>
            <pc:docMk/>
            <pc:sldMk cId="3498085934" sldId="346"/>
            <ac:picMk id="13" creationId="{B4988F75-3EA0-25B5-31B1-1405D79B3056}"/>
          </ac:picMkLst>
        </pc:picChg>
        <pc:picChg chg="add del mod">
          <ac:chgData name="Zhu, Boliang" userId="2807e975-b482-45f1-8aec-1c6c50fca21e" providerId="ADAL" clId="{3383B8EF-DC2A-543C-9364-0AEE61D2B73D}" dt="2026-08-26T01:05:57.009" v="479" actId="478"/>
          <ac:picMkLst>
            <pc:docMk/>
            <pc:sldMk cId="3498085934" sldId="346"/>
            <ac:picMk id="16" creationId="{ED072F98-3996-4820-0C50-B6344ECBA68F}"/>
          </ac:picMkLst>
        </pc:picChg>
      </pc:sldChg>
      <pc:sldChg chg="addSp delSp modSp mod">
        <pc:chgData name="Zhu, Boliang" userId="2807e975-b482-45f1-8aec-1c6c50fca21e" providerId="ADAL" clId="{3383B8EF-DC2A-543C-9364-0AEE61D2B73D}" dt="2026-08-26T01:25:43.043" v="1066" actId="164"/>
        <pc:sldMkLst>
          <pc:docMk/>
          <pc:sldMk cId="3742948410" sldId="352"/>
        </pc:sldMkLst>
        <pc:spChg chg="del mod">
          <ac:chgData name="Zhu, Boliang" userId="2807e975-b482-45f1-8aec-1c6c50fca21e" providerId="ADAL" clId="{3383B8EF-DC2A-543C-9364-0AEE61D2B73D}" dt="2026-08-26T00:53:33.342" v="214" actId="478"/>
          <ac:spMkLst>
            <pc:docMk/>
            <pc:sldMk cId="3742948410" sldId="352"/>
            <ac:spMk id="3" creationId="{EE3BA301-B9D8-8B0D-F243-C04901DF8359}"/>
          </ac:spMkLst>
        </pc:spChg>
        <pc:spChg chg="add del mod ord">
          <ac:chgData name="Zhu, Boliang" userId="2807e975-b482-45f1-8aec-1c6c50fca21e" providerId="ADAL" clId="{3383B8EF-DC2A-543C-9364-0AEE61D2B73D}" dt="2026-08-26T00:55:03.945" v="275" actId="478"/>
          <ac:spMkLst>
            <pc:docMk/>
            <pc:sldMk cId="3742948410" sldId="352"/>
            <ac:spMk id="4" creationId="{6872EC18-50D3-6C56-032D-44EB883033F1}"/>
          </ac:spMkLst>
        </pc:spChg>
        <pc:spChg chg="add del mod">
          <ac:chgData name="Zhu, Boliang" userId="2807e975-b482-45f1-8aec-1c6c50fca21e" providerId="ADAL" clId="{3383B8EF-DC2A-543C-9364-0AEE61D2B73D}" dt="2026-08-26T00:54:28.483" v="266" actId="478"/>
          <ac:spMkLst>
            <pc:docMk/>
            <pc:sldMk cId="3742948410" sldId="352"/>
            <ac:spMk id="7" creationId="{5B28ABCC-6497-A31E-8EF5-B7221888A46D}"/>
          </ac:spMkLst>
        </pc:spChg>
        <pc:spChg chg="add mod">
          <ac:chgData name="Zhu, Boliang" userId="2807e975-b482-45f1-8aec-1c6c50fca21e" providerId="ADAL" clId="{3383B8EF-DC2A-543C-9364-0AEE61D2B73D}" dt="2026-08-26T01:25:43.043" v="1066" actId="164"/>
          <ac:spMkLst>
            <pc:docMk/>
            <pc:sldMk cId="3742948410" sldId="352"/>
            <ac:spMk id="10" creationId="{24BE55CF-8558-162F-C8F7-C07E9DC18D1C}"/>
          </ac:spMkLst>
        </pc:spChg>
        <pc:spChg chg="add del mod">
          <ac:chgData name="Zhu, Boliang" userId="2807e975-b482-45f1-8aec-1c6c50fca21e" providerId="ADAL" clId="{3383B8EF-DC2A-543C-9364-0AEE61D2B73D}" dt="2026-08-26T01:24:36.470" v="1060" actId="478"/>
          <ac:spMkLst>
            <pc:docMk/>
            <pc:sldMk cId="3742948410" sldId="352"/>
            <ac:spMk id="12" creationId="{034D4307-83B1-5048-95D5-ECFEAB5CCAB4}"/>
          </ac:spMkLst>
        </pc:spChg>
        <pc:spChg chg="add del mod">
          <ac:chgData name="Zhu, Boliang" userId="2807e975-b482-45f1-8aec-1c6c50fca21e" providerId="ADAL" clId="{3383B8EF-DC2A-543C-9364-0AEE61D2B73D}" dt="2026-08-26T01:25:14.773" v="1062" actId="478"/>
          <ac:spMkLst>
            <pc:docMk/>
            <pc:sldMk cId="3742948410" sldId="352"/>
            <ac:spMk id="16" creationId="{5874936C-9A89-7680-87A5-5248A2F745F7}"/>
          </ac:spMkLst>
        </pc:spChg>
        <pc:grpChg chg="add mod">
          <ac:chgData name="Zhu, Boliang" userId="2807e975-b482-45f1-8aec-1c6c50fca21e" providerId="ADAL" clId="{3383B8EF-DC2A-543C-9364-0AEE61D2B73D}" dt="2026-08-26T01:25:43.043" v="1066" actId="164"/>
          <ac:grpSpMkLst>
            <pc:docMk/>
            <pc:sldMk cId="3742948410" sldId="352"/>
            <ac:grpSpMk id="19" creationId="{30F8C89F-F392-DFB5-8405-A6B40CADF00F}"/>
          </ac:grpSpMkLst>
        </pc:grpChg>
        <pc:picChg chg="del mod">
          <ac:chgData name="Zhu, Boliang" userId="2807e975-b482-45f1-8aec-1c6c50fca21e" providerId="ADAL" clId="{3383B8EF-DC2A-543C-9364-0AEE61D2B73D}" dt="2026-08-26T00:54:26.152" v="265" actId="21"/>
          <ac:picMkLst>
            <pc:docMk/>
            <pc:sldMk cId="3742948410" sldId="352"/>
            <ac:picMk id="5" creationId="{4340DD9A-3076-54ED-FFAF-D045DD9FC491}"/>
          </ac:picMkLst>
        </pc:picChg>
        <pc:picChg chg="add del mod">
          <ac:chgData name="Zhu, Boliang" userId="2807e975-b482-45f1-8aec-1c6c50fca21e" providerId="ADAL" clId="{3383B8EF-DC2A-543C-9364-0AEE61D2B73D}" dt="2026-08-26T01:25:11.026" v="1061" actId="478"/>
          <ac:picMkLst>
            <pc:docMk/>
            <pc:sldMk cId="3742948410" sldId="352"/>
            <ac:picMk id="8" creationId="{3F2EBA52-44B9-C5F6-848E-6DE0EC73B0A8}"/>
          </ac:picMkLst>
        </pc:picChg>
        <pc:picChg chg="add del mod">
          <ac:chgData name="Zhu, Boliang" userId="2807e975-b482-45f1-8aec-1c6c50fca21e" providerId="ADAL" clId="{3383B8EF-DC2A-543C-9364-0AEE61D2B73D}" dt="2026-08-26T01:24:34.968" v="1058" actId="931"/>
          <ac:picMkLst>
            <pc:docMk/>
            <pc:sldMk cId="3742948410" sldId="352"/>
            <ac:picMk id="14" creationId="{B7565E2C-13B1-D725-30E4-1449A33B2238}"/>
          </ac:picMkLst>
        </pc:picChg>
        <pc:picChg chg="add mod">
          <ac:chgData name="Zhu, Boliang" userId="2807e975-b482-45f1-8aec-1c6c50fca21e" providerId="ADAL" clId="{3383B8EF-DC2A-543C-9364-0AEE61D2B73D}" dt="2026-08-26T01:25:43.043" v="1066" actId="164"/>
          <ac:picMkLst>
            <pc:docMk/>
            <pc:sldMk cId="3742948410" sldId="352"/>
            <ac:picMk id="18" creationId="{DD0577D6-569A-EDA0-9249-6D79E49D95A3}"/>
          </ac:picMkLst>
        </pc:picChg>
      </pc:sldChg>
      <pc:sldChg chg="addSp delSp modSp new del mod">
        <pc:chgData name="Zhu, Boliang" userId="2807e975-b482-45f1-8aec-1c6c50fca21e" providerId="ADAL" clId="{3383B8EF-DC2A-543C-9364-0AEE61D2B73D}" dt="2026-08-26T00:49:27.120" v="166" actId="2696"/>
        <pc:sldMkLst>
          <pc:docMk/>
          <pc:sldMk cId="307289448" sldId="353"/>
        </pc:sldMkLst>
        <pc:spChg chg="del">
          <ac:chgData name="Zhu, Boliang" userId="2807e975-b482-45f1-8aec-1c6c50fca21e" providerId="ADAL" clId="{3383B8EF-DC2A-543C-9364-0AEE61D2B73D}" dt="2026-08-26T00:46:08.776" v="135" actId="478"/>
          <ac:spMkLst>
            <pc:docMk/>
            <pc:sldMk cId="307289448" sldId="353"/>
            <ac:spMk id="2" creationId="{8050AB3A-9713-1C87-3257-53A314837A90}"/>
          </ac:spMkLst>
        </pc:spChg>
        <pc:graphicFrameChg chg="add del mod modGraphic">
          <ac:chgData name="Zhu, Boliang" userId="2807e975-b482-45f1-8aec-1c6c50fca21e" providerId="ADAL" clId="{3383B8EF-DC2A-543C-9364-0AEE61D2B73D}" dt="2026-08-26T00:46:44.363" v="143" actId="21"/>
          <ac:graphicFrameMkLst>
            <pc:docMk/>
            <pc:sldMk cId="307289448" sldId="353"/>
            <ac:graphicFrameMk id="4" creationId="{1D9ACEA3-72A2-9527-8FB4-A8F7FFCE63A4}"/>
          </ac:graphicFrameMkLst>
        </pc:graphicFrameChg>
      </pc:sldChg>
      <pc:sldChg chg="addSp delSp modSp new del mod">
        <pc:chgData name="Zhu, Boliang" userId="2807e975-b482-45f1-8aec-1c6c50fca21e" providerId="ADAL" clId="{3383B8EF-DC2A-543C-9364-0AEE61D2B73D}" dt="2026-08-26T01:08:35.894" v="515" actId="2696"/>
        <pc:sldMkLst>
          <pc:docMk/>
          <pc:sldMk cId="851303868" sldId="353"/>
        </pc:sldMkLst>
        <pc:spChg chg="del">
          <ac:chgData name="Zhu, Boliang" userId="2807e975-b482-45f1-8aec-1c6c50fca21e" providerId="ADAL" clId="{3383B8EF-DC2A-543C-9364-0AEE61D2B73D}" dt="2026-08-26T01:06:11.044" v="482" actId="478"/>
          <ac:spMkLst>
            <pc:docMk/>
            <pc:sldMk cId="851303868" sldId="353"/>
            <ac:spMk id="2" creationId="{C61537B9-1E06-52B6-F4E4-5B4AA036AFFB}"/>
          </ac:spMkLst>
        </pc:spChg>
        <pc:spChg chg="del">
          <ac:chgData name="Zhu, Boliang" userId="2807e975-b482-45f1-8aec-1c6c50fca21e" providerId="ADAL" clId="{3383B8EF-DC2A-543C-9364-0AEE61D2B73D}" dt="2026-08-26T01:06:08.195" v="481" actId="478"/>
          <ac:spMkLst>
            <pc:docMk/>
            <pc:sldMk cId="851303868" sldId="353"/>
            <ac:spMk id="3" creationId="{FAA637F0-BBE3-D7D8-3AF8-9F3B720BFFE2}"/>
          </ac:spMkLst>
        </pc:spChg>
        <pc:spChg chg="add mod">
          <ac:chgData name="Zhu, Boliang" userId="2807e975-b482-45f1-8aec-1c6c50fca21e" providerId="ADAL" clId="{3383B8EF-DC2A-543C-9364-0AEE61D2B73D}" dt="2026-08-26T01:07:37.918" v="513" actId="20577"/>
          <ac:spMkLst>
            <pc:docMk/>
            <pc:sldMk cId="851303868" sldId="353"/>
            <ac:spMk id="5" creationId="{7FB40847-9DA2-39CA-6CCD-46E1F3DC9A21}"/>
          </ac:spMkLst>
        </pc:spChg>
        <pc:picChg chg="add mod">
          <ac:chgData name="Zhu, Boliang" userId="2807e975-b482-45f1-8aec-1c6c50fca21e" providerId="ADAL" clId="{3383B8EF-DC2A-543C-9364-0AEE61D2B73D}" dt="2026-08-26T01:06:12.961" v="484" actId="1076"/>
          <ac:picMkLst>
            <pc:docMk/>
            <pc:sldMk cId="851303868" sldId="353"/>
            <ac:picMk id="4" creationId="{C4FDC699-362B-C875-309D-1EED778444C1}"/>
          </ac:picMkLst>
        </pc:picChg>
      </pc:sldChg>
      <pc:sldChg chg="addSp delSp modSp new mod">
        <pc:chgData name="Zhu, Boliang" userId="2807e975-b482-45f1-8aec-1c6c50fca21e" providerId="ADAL" clId="{3383B8EF-DC2A-543C-9364-0AEE61D2B73D}" dt="2026-08-26T01:10:27.464" v="602" actId="164"/>
        <pc:sldMkLst>
          <pc:docMk/>
          <pc:sldMk cId="1519801900" sldId="353"/>
        </pc:sldMkLst>
        <pc:spChg chg="del">
          <ac:chgData name="Zhu, Boliang" userId="2807e975-b482-45f1-8aec-1c6c50fca21e" providerId="ADAL" clId="{3383B8EF-DC2A-543C-9364-0AEE61D2B73D}" dt="2026-08-26T01:08:41.962" v="517" actId="478"/>
          <ac:spMkLst>
            <pc:docMk/>
            <pc:sldMk cId="1519801900" sldId="353"/>
            <ac:spMk id="2" creationId="{EA2C5813-FB79-E14B-64F5-7D262064E67C}"/>
          </ac:spMkLst>
        </pc:spChg>
        <pc:spChg chg="del mod">
          <ac:chgData name="Zhu, Boliang" userId="2807e975-b482-45f1-8aec-1c6c50fca21e" providerId="ADAL" clId="{3383B8EF-DC2A-543C-9364-0AEE61D2B73D}" dt="2026-08-26T01:09:38.048" v="546" actId="478"/>
          <ac:spMkLst>
            <pc:docMk/>
            <pc:sldMk cId="1519801900" sldId="353"/>
            <ac:spMk id="3" creationId="{63F4FA1E-9BD3-F709-066C-E31B5EAADE0E}"/>
          </ac:spMkLst>
        </pc:spChg>
        <pc:spChg chg="add mod">
          <ac:chgData name="Zhu, Boliang" userId="2807e975-b482-45f1-8aec-1c6c50fca21e" providerId="ADAL" clId="{3383B8EF-DC2A-543C-9364-0AEE61D2B73D}" dt="2026-08-26T01:10:27.464" v="602" actId="164"/>
          <ac:spMkLst>
            <pc:docMk/>
            <pc:sldMk cId="1519801900" sldId="353"/>
            <ac:spMk id="6" creationId="{56227A38-B342-4085-DE09-6D525119461E}"/>
          </ac:spMkLst>
        </pc:spChg>
        <pc:spChg chg="add del mod">
          <ac:chgData name="Zhu, Boliang" userId="2807e975-b482-45f1-8aec-1c6c50fca21e" providerId="ADAL" clId="{3383B8EF-DC2A-543C-9364-0AEE61D2B73D}" dt="2026-08-26T01:09:42.155" v="547" actId="478"/>
          <ac:spMkLst>
            <pc:docMk/>
            <pc:sldMk cId="1519801900" sldId="353"/>
            <ac:spMk id="8" creationId="{33C1B151-60B1-AF4A-1985-F89B15E12BCE}"/>
          </ac:spMkLst>
        </pc:spChg>
        <pc:grpChg chg="add mod">
          <ac:chgData name="Zhu, Boliang" userId="2807e975-b482-45f1-8aec-1c6c50fca21e" providerId="ADAL" clId="{3383B8EF-DC2A-543C-9364-0AEE61D2B73D}" dt="2026-08-26T01:10:27.464" v="602" actId="164"/>
          <ac:grpSpMkLst>
            <pc:docMk/>
            <pc:sldMk cId="1519801900" sldId="353"/>
            <ac:grpSpMk id="9" creationId="{4B9E415A-DC3B-2240-51E7-F9A086F722A9}"/>
          </ac:grpSpMkLst>
        </pc:grpChg>
        <pc:picChg chg="add mod">
          <ac:chgData name="Zhu, Boliang" userId="2807e975-b482-45f1-8aec-1c6c50fca21e" providerId="ADAL" clId="{3383B8EF-DC2A-543C-9364-0AEE61D2B73D}" dt="2026-08-26T01:10:27.464" v="602" actId="164"/>
          <ac:picMkLst>
            <pc:docMk/>
            <pc:sldMk cId="1519801900" sldId="353"/>
            <ac:picMk id="5" creationId="{5A469873-2C75-F9CB-928C-9DFE0B19C8E9}"/>
          </ac:picMkLst>
        </pc:picChg>
      </pc:sldChg>
      <pc:sldChg chg="delSp new del mod">
        <pc:chgData name="Zhu, Boliang" userId="2807e975-b482-45f1-8aec-1c6c50fca21e" providerId="ADAL" clId="{3383B8EF-DC2A-543C-9364-0AEE61D2B73D}" dt="2026-08-27T01:47:01.515" v="1187" actId="2696"/>
        <pc:sldMkLst>
          <pc:docMk/>
          <pc:sldMk cId="2660085729" sldId="354"/>
        </pc:sldMkLst>
        <pc:spChg chg="del">
          <ac:chgData name="Zhu, Boliang" userId="2807e975-b482-45f1-8aec-1c6c50fca21e" providerId="ADAL" clId="{3383B8EF-DC2A-543C-9364-0AEE61D2B73D}" dt="2026-08-27T01:45:34.271" v="1106" actId="478"/>
          <ac:spMkLst>
            <pc:docMk/>
            <pc:sldMk cId="2660085729" sldId="354"/>
            <ac:spMk id="2" creationId="{7658C255-8206-038C-50BD-3E85FB8FDBA9}"/>
          </ac:spMkLst>
        </pc:spChg>
      </pc:sldChg>
      <pc:sldChg chg="modSp add mod">
        <pc:chgData name="Zhu, Boliang" userId="2807e975-b482-45f1-8aec-1c6c50fca21e" providerId="ADAL" clId="{3383B8EF-DC2A-543C-9364-0AEE61D2B73D}" dt="2026-08-27T01:46:56.462" v="1186" actId="20577"/>
        <pc:sldMkLst>
          <pc:docMk/>
          <pc:sldMk cId="77637011" sldId="355"/>
        </pc:sldMkLst>
        <pc:spChg chg="mod">
          <ac:chgData name="Zhu, Boliang" userId="2807e975-b482-45f1-8aec-1c6c50fca21e" providerId="ADAL" clId="{3383B8EF-DC2A-543C-9364-0AEE61D2B73D}" dt="2026-08-27T01:46:56.462" v="1186" actId="20577"/>
          <ac:spMkLst>
            <pc:docMk/>
            <pc:sldMk cId="77637011" sldId="355"/>
            <ac:spMk id="2" creationId="{C7B1480C-7C9E-4633-DD64-212DE4BA3E01}"/>
          </ac:spMkLst>
        </pc:spChg>
        <pc:graphicFrameChg chg="mod modGraphic">
          <ac:chgData name="Zhu, Boliang" userId="2807e975-b482-45f1-8aec-1c6c50fca21e" providerId="ADAL" clId="{3383B8EF-DC2A-543C-9364-0AEE61D2B73D}" dt="2026-08-27T01:46:53.118" v="1182" actId="113"/>
          <ac:graphicFrameMkLst>
            <pc:docMk/>
            <pc:sldMk cId="77637011" sldId="355"/>
            <ac:graphicFrameMk id="7" creationId="{C918DE57-2DE2-4D86-C9BD-C540E27D1023}"/>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CDA447A0-D61D-9748-B499-D9BFB6B47A3B}" type="datetimeFigureOut">
              <a:rPr lang="en-US" smtClean="0"/>
              <a:t>8/26/26</a:t>
            </a:fld>
            <a:endParaRPr lang="en-US"/>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943126FE-1E13-9247-8BDF-69509163BCA8}" type="slidenum">
              <a:rPr lang="en-US" smtClean="0"/>
              <a:t>‹#›</a:t>
            </a:fld>
            <a:endParaRPr lang="en-US"/>
          </a:p>
        </p:txBody>
      </p:sp>
    </p:spTree>
    <p:extLst>
      <p:ext uri="{BB962C8B-B14F-4D97-AF65-F5344CB8AC3E}">
        <p14:creationId xmlns:p14="http://schemas.microsoft.com/office/powerpoint/2010/main" val="2542846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1126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dirty="0">
              <a:latin typeface="Arial" charset="0"/>
              <a:ea typeface="MS PGothic" charset="-128"/>
              <a:cs typeface="Arial" charset="0"/>
            </a:endParaRPr>
          </a:p>
        </p:txBody>
      </p:sp>
    </p:spTree>
    <p:extLst>
      <p:ext uri="{BB962C8B-B14F-4D97-AF65-F5344CB8AC3E}">
        <p14:creationId xmlns:p14="http://schemas.microsoft.com/office/powerpoint/2010/main" val="1479624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13314" name="Notes Placeholder 2"/>
          <p:cNvSpPr>
            <a:spLocks noGrp="1"/>
          </p:cNvSpPr>
          <p:nvPr>
            <p:ph type="body" idx="1"/>
          </p:nvPr>
        </p:nvSpPr>
        <p:spPr bwMode="auto">
          <a:noFill/>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Arial" charset="0"/>
              <a:ea typeface="MS PGothic" charset="-128"/>
              <a:cs typeface="Arial" charset="0"/>
            </a:endParaRPr>
          </a:p>
        </p:txBody>
      </p:sp>
    </p:spTree>
    <p:extLst>
      <p:ext uri="{BB962C8B-B14F-4D97-AF65-F5344CB8AC3E}">
        <p14:creationId xmlns:p14="http://schemas.microsoft.com/office/powerpoint/2010/main" val="4166121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21506"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dirty="0">
              <a:latin typeface="Arial" charset="0"/>
              <a:ea typeface="MS PGothic" charset="-128"/>
              <a:cs typeface="Arial" charset="0"/>
            </a:endParaRPr>
          </a:p>
        </p:txBody>
      </p:sp>
    </p:spTree>
    <p:extLst>
      <p:ext uri="{BB962C8B-B14F-4D97-AF65-F5344CB8AC3E}">
        <p14:creationId xmlns:p14="http://schemas.microsoft.com/office/powerpoint/2010/main" val="15390678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25602" name="Notes Placeholder 2"/>
          <p:cNvSpPr>
            <a:spLocks noGrp="1"/>
          </p:cNvSpPr>
          <p:nvPr>
            <p:ph type="body" idx="1"/>
          </p:nvPr>
        </p:nvSpPr>
        <p:spPr bwMode="auto">
          <a:noFill/>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a:latin typeface="Arial" charset="0"/>
                <a:ea typeface="MS PGothic" charset="-128"/>
                <a:cs typeface="Arial" charset="0"/>
              </a:rPr>
              <a:t>  </a:t>
            </a:r>
          </a:p>
        </p:txBody>
      </p:sp>
    </p:spTree>
    <p:extLst>
      <p:ext uri="{BB962C8B-B14F-4D97-AF65-F5344CB8AC3E}">
        <p14:creationId xmlns:p14="http://schemas.microsoft.com/office/powerpoint/2010/main" val="2959823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29698"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dirty="0">
              <a:latin typeface="Arial" charset="0"/>
              <a:ea typeface="MS PGothic" charset="-128"/>
              <a:cs typeface="Arial" charset="0"/>
            </a:endParaRPr>
          </a:p>
        </p:txBody>
      </p:sp>
    </p:spTree>
    <p:extLst>
      <p:ext uri="{BB962C8B-B14F-4D97-AF65-F5344CB8AC3E}">
        <p14:creationId xmlns:p14="http://schemas.microsoft.com/office/powerpoint/2010/main" val="1861303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3584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dirty="0">
              <a:latin typeface="Arial" charset="0"/>
              <a:ea typeface="MS PGothic" charset="-128"/>
              <a:cs typeface="Arial" charset="0"/>
            </a:endParaRPr>
          </a:p>
        </p:txBody>
      </p:sp>
    </p:spTree>
    <p:extLst>
      <p:ext uri="{BB962C8B-B14F-4D97-AF65-F5344CB8AC3E}">
        <p14:creationId xmlns:p14="http://schemas.microsoft.com/office/powerpoint/2010/main" val="3247650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37890"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dirty="0">
              <a:latin typeface="Arial" charset="0"/>
              <a:ea typeface="MS PGothic" charset="-128"/>
              <a:cs typeface="Arial" charset="0"/>
            </a:endParaRPr>
          </a:p>
        </p:txBody>
      </p:sp>
    </p:spTree>
    <p:extLst>
      <p:ext uri="{BB962C8B-B14F-4D97-AF65-F5344CB8AC3E}">
        <p14:creationId xmlns:p14="http://schemas.microsoft.com/office/powerpoint/2010/main" val="16488553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48130"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dirty="0">
              <a:latin typeface="Arial" charset="0"/>
              <a:ea typeface="MS PGothic" charset="-128"/>
              <a:cs typeface="Arial" charset="0"/>
            </a:endParaRPr>
          </a:p>
        </p:txBody>
      </p:sp>
    </p:spTree>
    <p:extLst>
      <p:ext uri="{BB962C8B-B14F-4D97-AF65-F5344CB8AC3E}">
        <p14:creationId xmlns:p14="http://schemas.microsoft.com/office/powerpoint/2010/main" val="3892895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68611" name="Notes Placeholder 2"/>
          <p:cNvSpPr>
            <a:spLocks noGrp="1"/>
          </p:cNvSpPr>
          <p:nvPr>
            <p:ph type="body" idx="1"/>
          </p:nvPr>
        </p:nvSpPr>
        <p:spPr bwMode="auto"/>
        <p:txBody>
          <a:bodyPr/>
          <a:lstStyle/>
          <a:p>
            <a:pPr>
              <a:defRPr/>
            </a:pPr>
            <a:endParaRPr lang="en-US" dirty="0"/>
          </a:p>
        </p:txBody>
      </p:sp>
    </p:spTree>
    <p:extLst>
      <p:ext uri="{BB962C8B-B14F-4D97-AF65-F5344CB8AC3E}">
        <p14:creationId xmlns:p14="http://schemas.microsoft.com/office/powerpoint/2010/main" val="1102008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4198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dirty="0">
              <a:latin typeface="Arial" charset="0"/>
              <a:ea typeface="MS PGothic" charset="-128"/>
              <a:cs typeface="Arial" charset="0"/>
            </a:endParaRPr>
          </a:p>
        </p:txBody>
      </p:sp>
    </p:spTree>
    <p:extLst>
      <p:ext uri="{BB962C8B-B14F-4D97-AF65-F5344CB8AC3E}">
        <p14:creationId xmlns:p14="http://schemas.microsoft.com/office/powerpoint/2010/main" val="3276479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C09B7F-E93B-5E41-8803-6FBF9202B12C}" type="slidenum">
              <a:rPr lang="en-US" smtClean="0"/>
              <a:t>23</a:t>
            </a:fld>
            <a:endParaRPr lang="en-US"/>
          </a:p>
        </p:txBody>
      </p:sp>
    </p:spTree>
    <p:extLst>
      <p:ext uri="{BB962C8B-B14F-4D97-AF65-F5344CB8AC3E}">
        <p14:creationId xmlns:p14="http://schemas.microsoft.com/office/powerpoint/2010/main" val="7957241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6451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sz="1100" dirty="0">
              <a:latin typeface="Arial" charset="0"/>
              <a:ea typeface="MS PGothic" charset="-128"/>
              <a:cs typeface="Arial" charset="0"/>
            </a:endParaRPr>
          </a:p>
        </p:txBody>
      </p:sp>
    </p:spTree>
    <p:extLst>
      <p:ext uri="{BB962C8B-B14F-4D97-AF65-F5344CB8AC3E}">
        <p14:creationId xmlns:p14="http://schemas.microsoft.com/office/powerpoint/2010/main" val="2384571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64514"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z="1100" dirty="0">
              <a:latin typeface="Arial" charset="0"/>
              <a:ea typeface="MS PGothic" charset="-128"/>
              <a:cs typeface="Arial" charset="0"/>
            </a:endParaRPr>
          </a:p>
        </p:txBody>
      </p:sp>
    </p:spTree>
    <p:extLst>
      <p:ext uri="{BB962C8B-B14F-4D97-AF65-F5344CB8AC3E}">
        <p14:creationId xmlns:p14="http://schemas.microsoft.com/office/powerpoint/2010/main" val="13791983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C09B7F-E93B-5E41-8803-6FBF9202B12C}" type="slidenum">
              <a:rPr lang="en-US" smtClean="0"/>
              <a:t>27</a:t>
            </a:fld>
            <a:endParaRPr lang="en-US"/>
          </a:p>
        </p:txBody>
      </p:sp>
    </p:spTree>
    <p:extLst>
      <p:ext uri="{BB962C8B-B14F-4D97-AF65-F5344CB8AC3E}">
        <p14:creationId xmlns:p14="http://schemas.microsoft.com/office/powerpoint/2010/main" val="28432117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4403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dirty="0">
              <a:latin typeface="Arial" charset="0"/>
              <a:ea typeface="MS PGothic" charset="-128"/>
              <a:cs typeface="Arial" charset="0"/>
            </a:endParaRPr>
          </a:p>
        </p:txBody>
      </p:sp>
    </p:spTree>
    <p:extLst>
      <p:ext uri="{BB962C8B-B14F-4D97-AF65-F5344CB8AC3E}">
        <p14:creationId xmlns:p14="http://schemas.microsoft.com/office/powerpoint/2010/main" val="15246510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5222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dirty="0">
              <a:latin typeface="Arial" charset="0"/>
              <a:ea typeface="MS PGothic" charset="-128"/>
              <a:cs typeface="Arial" charset="0"/>
            </a:endParaRPr>
          </a:p>
        </p:txBody>
      </p:sp>
    </p:spTree>
    <p:extLst>
      <p:ext uri="{BB962C8B-B14F-4D97-AF65-F5344CB8AC3E}">
        <p14:creationId xmlns:p14="http://schemas.microsoft.com/office/powerpoint/2010/main" val="18214708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C09B7F-E93B-5E41-8803-6FBF9202B12C}" type="slidenum">
              <a:rPr lang="en-US" smtClean="0"/>
              <a:t>30</a:t>
            </a:fld>
            <a:endParaRPr lang="en-US"/>
          </a:p>
        </p:txBody>
      </p:sp>
    </p:spTree>
    <p:extLst>
      <p:ext uri="{BB962C8B-B14F-4D97-AF65-F5344CB8AC3E}">
        <p14:creationId xmlns:p14="http://schemas.microsoft.com/office/powerpoint/2010/main" val="386005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EC09B7F-E93B-5E41-8803-6FBF9202B12C}" type="slidenum">
              <a:rPr lang="en-US" smtClean="0"/>
              <a:t>31</a:t>
            </a:fld>
            <a:endParaRPr lang="en-US"/>
          </a:p>
        </p:txBody>
      </p:sp>
    </p:spTree>
    <p:extLst>
      <p:ext uri="{BB962C8B-B14F-4D97-AF65-F5344CB8AC3E}">
        <p14:creationId xmlns:p14="http://schemas.microsoft.com/office/powerpoint/2010/main" val="42179657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7270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dirty="0">
              <a:latin typeface="Arial" charset="0"/>
              <a:ea typeface="MS PGothic" charset="-128"/>
              <a:cs typeface="Arial" charset="0"/>
            </a:endParaRPr>
          </a:p>
        </p:txBody>
      </p:sp>
    </p:spTree>
    <p:extLst>
      <p:ext uri="{BB962C8B-B14F-4D97-AF65-F5344CB8AC3E}">
        <p14:creationId xmlns:p14="http://schemas.microsoft.com/office/powerpoint/2010/main" val="16089122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7680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defTabSz="914400"/>
            <a:endParaRPr lang="en-US" altLang="en-US" dirty="0">
              <a:latin typeface="Arial" charset="0"/>
              <a:ea typeface="MS PGothic" charset="-128"/>
              <a:cs typeface="Arial" charset="0"/>
            </a:endParaRPr>
          </a:p>
        </p:txBody>
      </p:sp>
      <p:sp>
        <p:nvSpPr>
          <p:cNvPr id="76803" name="Slide Number Placeholder 3"/>
          <p:cNvSpPr>
            <a:spLocks noGrp="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MS PGothic" charset="-128"/>
                <a:cs typeface="Arial" charset="0"/>
              </a:defRPr>
            </a:lvl1pPr>
            <a:lvl2pPr marL="742950" indent="-285750">
              <a:spcBef>
                <a:spcPct val="30000"/>
              </a:spcBef>
              <a:defRPr sz="1200">
                <a:solidFill>
                  <a:schemeClr val="tx1"/>
                </a:solidFill>
                <a:latin typeface="Arial" charset="0"/>
                <a:ea typeface="MS PGothic" charset="-128"/>
                <a:cs typeface="Arial" charset="0"/>
              </a:defRPr>
            </a:lvl2pPr>
            <a:lvl3pPr marL="1143000" indent="-228600">
              <a:spcBef>
                <a:spcPct val="30000"/>
              </a:spcBef>
              <a:defRPr sz="1200">
                <a:solidFill>
                  <a:schemeClr val="tx1"/>
                </a:solidFill>
                <a:latin typeface="Calibri" charset="0"/>
                <a:ea typeface="ヒラギノ角ゴ Pro W3" charset="-128"/>
                <a:cs typeface="ヒラギノ角ゴ Pro W3" charset="-128"/>
              </a:defRPr>
            </a:lvl3pPr>
            <a:lvl4pPr marL="1600200" indent="-228600">
              <a:spcBef>
                <a:spcPct val="30000"/>
              </a:spcBef>
              <a:defRPr sz="1200">
                <a:solidFill>
                  <a:schemeClr val="tx1"/>
                </a:solidFill>
                <a:latin typeface="Calibri" charset="0"/>
                <a:ea typeface="ヒラギノ角ゴ Pro W3" charset="-128"/>
                <a:cs typeface="ヒラギノ角ゴ Pro W3" charset="-128"/>
              </a:defRPr>
            </a:lvl4pPr>
            <a:lvl5pPr marL="2057400" indent="-228600">
              <a:spcBef>
                <a:spcPct val="30000"/>
              </a:spcBef>
              <a:defRPr sz="1200">
                <a:solidFill>
                  <a:schemeClr val="tx1"/>
                </a:solidFill>
                <a:latin typeface="Calibri" charset="0"/>
                <a:ea typeface="MS PGothic" charset="-128"/>
                <a:cs typeface="MS PGothic" charset="-128"/>
              </a:defRPr>
            </a:lvl5pPr>
            <a:lvl6pPr marL="2514600" indent="-228600" defTabSz="457200" eaLnBrk="0" fontAlgn="base" hangingPunct="0">
              <a:spcBef>
                <a:spcPct val="30000"/>
              </a:spcBef>
              <a:spcAft>
                <a:spcPct val="0"/>
              </a:spcAft>
              <a:defRPr sz="1200">
                <a:solidFill>
                  <a:schemeClr val="tx1"/>
                </a:solidFill>
                <a:latin typeface="Calibri" charset="0"/>
                <a:ea typeface="MS PGothic" charset="-128"/>
                <a:cs typeface="MS PGothic" charset="-128"/>
              </a:defRPr>
            </a:lvl6pPr>
            <a:lvl7pPr marL="2971800" indent="-228600" defTabSz="457200" eaLnBrk="0" fontAlgn="base" hangingPunct="0">
              <a:spcBef>
                <a:spcPct val="30000"/>
              </a:spcBef>
              <a:spcAft>
                <a:spcPct val="0"/>
              </a:spcAft>
              <a:defRPr sz="1200">
                <a:solidFill>
                  <a:schemeClr val="tx1"/>
                </a:solidFill>
                <a:latin typeface="Calibri" charset="0"/>
                <a:ea typeface="MS PGothic" charset="-128"/>
                <a:cs typeface="MS PGothic" charset="-128"/>
              </a:defRPr>
            </a:lvl7pPr>
            <a:lvl8pPr marL="3429000" indent="-228600" defTabSz="457200" eaLnBrk="0" fontAlgn="base" hangingPunct="0">
              <a:spcBef>
                <a:spcPct val="30000"/>
              </a:spcBef>
              <a:spcAft>
                <a:spcPct val="0"/>
              </a:spcAft>
              <a:defRPr sz="1200">
                <a:solidFill>
                  <a:schemeClr val="tx1"/>
                </a:solidFill>
                <a:latin typeface="Calibri" charset="0"/>
                <a:ea typeface="MS PGothic" charset="-128"/>
                <a:cs typeface="MS PGothic" charset="-128"/>
              </a:defRPr>
            </a:lvl8pPr>
            <a:lvl9pPr marL="3886200" indent="-228600" defTabSz="457200" eaLnBrk="0" fontAlgn="base" hangingPunct="0">
              <a:spcBef>
                <a:spcPct val="30000"/>
              </a:spcBef>
              <a:spcAft>
                <a:spcPct val="0"/>
              </a:spcAft>
              <a:defRPr sz="1200">
                <a:solidFill>
                  <a:schemeClr val="tx1"/>
                </a:solidFill>
                <a:latin typeface="Calibri" charset="0"/>
                <a:ea typeface="MS PGothic" charset="-128"/>
                <a:cs typeface="MS PGothic" charset="-128"/>
              </a:defRPr>
            </a:lvl9pPr>
          </a:lstStyle>
          <a:p>
            <a:pPr eaLnBrk="1" hangingPunct="1">
              <a:spcBef>
                <a:spcPct val="0"/>
              </a:spcBef>
            </a:pPr>
            <a:fld id="{14F5E023-E801-B94F-9AE9-CEC4917200D2}" type="slidenum">
              <a:rPr lang="en-US" altLang="en-US" sz="1800">
                <a:latin typeface="Calibri" charset="0"/>
              </a:rPr>
              <a:pPr eaLnBrk="1" hangingPunct="1">
                <a:spcBef>
                  <a:spcPct val="0"/>
                </a:spcBef>
              </a:pPr>
              <a:t>33</a:t>
            </a:fld>
            <a:endParaRPr lang="en-US" altLang="en-US" sz="1800">
              <a:latin typeface="Calibri" charset="0"/>
            </a:endParaRPr>
          </a:p>
        </p:txBody>
      </p:sp>
    </p:spTree>
    <p:extLst>
      <p:ext uri="{BB962C8B-B14F-4D97-AF65-F5344CB8AC3E}">
        <p14:creationId xmlns:p14="http://schemas.microsoft.com/office/powerpoint/2010/main" val="36587265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CEC09B7F-E93B-5E41-8803-6FBF9202B12C}" type="slidenum">
              <a:rPr lang="en-US" smtClean="0"/>
              <a:t>34</a:t>
            </a:fld>
            <a:endParaRPr lang="en-US"/>
          </a:p>
        </p:txBody>
      </p:sp>
    </p:spTree>
    <p:extLst>
      <p:ext uri="{BB962C8B-B14F-4D97-AF65-F5344CB8AC3E}">
        <p14:creationId xmlns:p14="http://schemas.microsoft.com/office/powerpoint/2010/main" val="15928450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C09B7F-E93B-5E41-8803-6FBF9202B12C}" type="slidenum">
              <a:rPr lang="en-US" smtClean="0"/>
              <a:t>35</a:t>
            </a:fld>
            <a:endParaRPr lang="en-US"/>
          </a:p>
        </p:txBody>
      </p:sp>
    </p:spTree>
    <p:extLst>
      <p:ext uri="{BB962C8B-B14F-4D97-AF65-F5344CB8AC3E}">
        <p14:creationId xmlns:p14="http://schemas.microsoft.com/office/powerpoint/2010/main" val="36502832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C09B7F-E93B-5E41-8803-6FBF9202B12C}" type="slidenum">
              <a:rPr lang="en-US" smtClean="0"/>
              <a:t>36</a:t>
            </a:fld>
            <a:endParaRPr lang="en-US"/>
          </a:p>
        </p:txBody>
      </p:sp>
    </p:spTree>
    <p:extLst>
      <p:ext uri="{BB962C8B-B14F-4D97-AF65-F5344CB8AC3E}">
        <p14:creationId xmlns:p14="http://schemas.microsoft.com/office/powerpoint/2010/main" val="29771019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8294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dirty="0">
              <a:latin typeface="Arial" charset="0"/>
              <a:ea typeface="MS PGothic" charset="-128"/>
              <a:cs typeface="Arial" charset="0"/>
            </a:endParaRPr>
          </a:p>
        </p:txBody>
      </p:sp>
    </p:spTree>
    <p:extLst>
      <p:ext uri="{BB962C8B-B14F-4D97-AF65-F5344CB8AC3E}">
        <p14:creationId xmlns:p14="http://schemas.microsoft.com/office/powerpoint/2010/main" val="5057658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EC09B7F-E93B-5E41-8803-6FBF9202B12C}" type="slidenum">
              <a:rPr lang="en-US" smtClean="0"/>
              <a:t>39</a:t>
            </a:fld>
            <a:endParaRPr lang="en-US"/>
          </a:p>
        </p:txBody>
      </p:sp>
    </p:spTree>
    <p:extLst>
      <p:ext uri="{BB962C8B-B14F-4D97-AF65-F5344CB8AC3E}">
        <p14:creationId xmlns:p14="http://schemas.microsoft.com/office/powerpoint/2010/main" val="3336946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A47A469-0158-48AE-95EF-A6F35E787CF3}" type="datetimeFigureOut">
              <a:rPr lang="en-US" smtClean="0"/>
              <a:pPr/>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47A469-0158-48AE-95EF-A6F35E787CF3}" type="datetimeFigureOut">
              <a:rPr lang="en-US" smtClean="0"/>
              <a:pPr/>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47A469-0158-48AE-95EF-A6F35E787CF3}" type="datetimeFigureOut">
              <a:rPr lang="en-US" smtClean="0"/>
              <a:pPr/>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7A47A469-0158-48AE-95EF-A6F35E787CF3}" type="datetimeFigureOut">
              <a:rPr lang="en-US" smtClean="0"/>
              <a:pPr/>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88A354-FF75-402C-A63C-FF2AD54F942C}" type="slidenum">
              <a:rPr lang="en-US" smtClean="0"/>
              <a:pPr/>
              <a:t>‹#›</a:t>
            </a:fld>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45152" y="2679192"/>
            <a:ext cx="3822192"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A47A469-0158-48AE-95EF-A6F35E787CF3}" type="datetimeFigureOut">
              <a:rPr lang="en-US" smtClean="0"/>
              <a:pPr/>
              <a:t>8/26/26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A47A469-0158-48AE-95EF-A6F35E787CF3}" type="datetimeFigureOut">
              <a:rPr lang="en-US" smtClean="0"/>
              <a:pPr/>
              <a:t>8/26/26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7A47A469-0158-48AE-95EF-A6F35E787CF3}" type="datetimeFigureOut">
              <a:rPr lang="en-US" smtClean="0"/>
              <a:pPr/>
              <a:t>8/26/26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7A47A469-0158-48AE-95EF-A6F35E787CF3}" type="datetimeFigureOut">
              <a:rPr lang="en-US" smtClean="0"/>
              <a:pPr/>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88A354-FF75-402C-A63C-FF2AD54F942C}" type="slidenum">
              <a:rPr lang="en-US" smtClean="0"/>
              <a:pPr/>
              <a:t>‹#›</a:t>
            </a:fld>
            <a:endParaRPr 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47A469-0158-48AE-95EF-A6F35E787CF3}" type="datetimeFigureOut">
              <a:rPr lang="en-US" smtClean="0"/>
              <a:pPr/>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88A354-FF75-402C-A63C-FF2AD54F942C}" type="slidenum">
              <a:rPr lang="en-US" smtClean="0"/>
              <a:pPr/>
              <a:t>‹#›</a:t>
            </a:fld>
            <a:endParaRPr 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47A469-0158-48AE-95EF-A6F35E787CF3}" type="datetimeFigureOut">
              <a:rPr lang="en-US" smtClean="0"/>
              <a:pPr/>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7A47A469-0158-48AE-95EF-A6F35E787CF3}" type="datetimeFigureOut">
              <a:rPr lang="en-US" smtClean="0"/>
              <a:pPr/>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7A47A469-0158-48AE-95EF-A6F35E787CF3}" type="datetimeFigureOut">
              <a:rPr lang="en-US" smtClean="0"/>
              <a:pPr/>
              <a:t>8/26/26</a:t>
            </a:fld>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AD88A354-FF75-402C-A63C-FF2AD54F942C}" type="slidenum">
              <a:rPr lang="en-US" smtClean="0"/>
              <a:pPr/>
              <a:t>‹#›</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PLSC 14: Interests, Interactions and Institutions</a:t>
            </a:r>
          </a:p>
        </p:txBody>
      </p:sp>
      <p:sp>
        <p:nvSpPr>
          <p:cNvPr id="3" name="Subtitle 2"/>
          <p:cNvSpPr>
            <a:spLocks noGrp="1"/>
          </p:cNvSpPr>
          <p:nvPr>
            <p:ph type="subTitle" idx="1"/>
          </p:nvPr>
        </p:nvSpPr>
        <p:spPr/>
        <p:txBody>
          <a:bodyPr>
            <a:normAutofit/>
          </a:bodyPr>
          <a:lstStyle/>
          <a:p>
            <a:endParaRPr lang="en-US" dirty="0"/>
          </a:p>
          <a:p>
            <a:r>
              <a:rPr lang="en-US" dirty="0"/>
              <a:t>Professor </a:t>
            </a:r>
            <a:r>
              <a:rPr lang="en-US" dirty="0" err="1"/>
              <a:t>Boliang</a:t>
            </a:r>
            <a:r>
              <a:rPr lang="en-US" dirty="0"/>
              <a:t> Zhu</a:t>
            </a:r>
          </a:p>
          <a:p>
            <a:endParaRPr lang="en-US" dirty="0"/>
          </a:p>
        </p:txBody>
      </p:sp>
    </p:spTree>
    <p:extLst>
      <p:ext uri="{BB962C8B-B14F-4D97-AF65-F5344CB8AC3E}">
        <p14:creationId xmlns:p14="http://schemas.microsoft.com/office/powerpoint/2010/main" val="3362874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normAutofit fontScale="90000"/>
          </a:bodyPr>
          <a:lstStyle/>
          <a:p>
            <a:r>
              <a:rPr lang="en-US" altLang="en-US" dirty="0"/>
              <a:t>Analytical Framework: Interests, Interactions, and Institutions </a:t>
            </a:r>
          </a:p>
        </p:txBody>
      </p:sp>
      <p:sp>
        <p:nvSpPr>
          <p:cNvPr id="10242" name="Content Placeholder 2"/>
          <p:cNvSpPr>
            <a:spLocks noGrp="1"/>
          </p:cNvSpPr>
          <p:nvPr>
            <p:ph idx="1"/>
          </p:nvPr>
        </p:nvSpPr>
        <p:spPr>
          <a:xfrm>
            <a:off x="872067" y="2057400"/>
            <a:ext cx="7408333" cy="4068763"/>
          </a:xfrm>
        </p:spPr>
        <p:txBody>
          <a:bodyPr vert="horz" lIns="68580" tIns="34290" rIns="68580" bIns="34290" rtlCol="0" anchor="t">
            <a:normAutofit/>
          </a:bodyPr>
          <a:lstStyle/>
          <a:p>
            <a:pPr>
              <a:buFont typeface="Wingdings" pitchFamily="2" charset="2"/>
              <a:buChar char="q"/>
            </a:pPr>
            <a:r>
              <a:rPr lang="en-US" altLang="en-US" sz="2600" dirty="0">
                <a:cs typeface="Calibri"/>
              </a:rPr>
              <a:t>The Puzzle: What explains the patterns of world politics? </a:t>
            </a:r>
          </a:p>
          <a:p>
            <a:pPr>
              <a:buFont typeface="Wingdings" pitchFamily="2" charset="2"/>
              <a:buChar char="q"/>
            </a:pPr>
            <a:endParaRPr lang="en-US" altLang="en-US" sz="1000" dirty="0"/>
          </a:p>
          <a:p>
            <a:pPr>
              <a:buFont typeface="Wingdings" pitchFamily="2" charset="2"/>
              <a:buChar char="q"/>
            </a:pPr>
            <a:r>
              <a:rPr lang="en-US" altLang="en-US" sz="2600" dirty="0">
                <a:cs typeface="Calibri"/>
              </a:rPr>
              <a:t>Analytical framework:</a:t>
            </a:r>
          </a:p>
          <a:p>
            <a:pPr marL="342900" indent="-342900">
              <a:buFont typeface="+mj-lt"/>
              <a:buAutoNum type="arabicPeriod"/>
            </a:pPr>
            <a:r>
              <a:rPr lang="en-US" altLang="en-US" sz="1800" dirty="0">
                <a:cs typeface="Calibri"/>
              </a:rPr>
              <a:t>Interests: Actors and preferences</a:t>
            </a:r>
          </a:p>
          <a:p>
            <a:pPr marL="342900" indent="-342900">
              <a:buFont typeface="+mj-lt"/>
              <a:buAutoNum type="arabicPeriod"/>
            </a:pPr>
            <a:r>
              <a:rPr lang="en-US" altLang="en-US" sz="1800" dirty="0">
                <a:cs typeface="Calibri"/>
              </a:rPr>
              <a:t>Interactions: Why can’t actors always get what they want?</a:t>
            </a:r>
          </a:p>
          <a:p>
            <a:pPr marL="342900" indent="-342900">
              <a:buFont typeface="+mj-lt"/>
              <a:buAutoNum type="arabicPeriod"/>
            </a:pPr>
            <a:r>
              <a:rPr lang="en-US" altLang="en-US" sz="1800" dirty="0">
                <a:cs typeface="Calibri"/>
              </a:rPr>
              <a:t>Institutions: Sets of rules  or “rules of the game”</a:t>
            </a:r>
          </a:p>
          <a:p>
            <a:pPr marL="342900" indent="-342900">
              <a:buFont typeface="+mj-lt"/>
              <a:buAutoNum type="arabicPeriod"/>
            </a:pPr>
            <a:endParaRPr lang="en-US" altLang="en-US" sz="1000" dirty="0">
              <a:cs typeface="Calibri"/>
            </a:endParaRPr>
          </a:p>
          <a:p>
            <a:pPr>
              <a:buFont typeface="Wingdings" pitchFamily="2" charset="2"/>
              <a:buChar char="q"/>
            </a:pPr>
            <a:r>
              <a:rPr lang="en-US" altLang="en-US" sz="2600" dirty="0">
                <a:cs typeface="Calibri"/>
              </a:rPr>
              <a:t>Why do interests, interactions, and institutions matter in international relations?</a:t>
            </a:r>
          </a:p>
          <a:p>
            <a:pPr marL="342900" indent="-342900">
              <a:buFont typeface="+mj-lt"/>
              <a:buAutoNum type="arabicPeriod"/>
            </a:pPr>
            <a:endParaRPr lang="en-US" altLang="en-US" sz="1800" dirty="0">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F439D8D1-2A9E-A03B-2EAA-04E6E42493CA}"/>
              </a:ext>
            </a:extLst>
          </p:cNvPr>
          <p:cNvGrpSpPr/>
          <p:nvPr/>
        </p:nvGrpSpPr>
        <p:grpSpPr>
          <a:xfrm>
            <a:off x="228600" y="533400"/>
            <a:ext cx="8686800" cy="5986272"/>
            <a:chOff x="228600" y="533400"/>
            <a:chExt cx="8686800" cy="5986272"/>
          </a:xfrm>
        </p:grpSpPr>
        <p:pic>
          <p:nvPicPr>
            <p:cNvPr id="2" name="Picture 1">
              <a:extLst>
                <a:ext uri="{FF2B5EF4-FFF2-40B4-BE49-F238E27FC236}">
                  <a16:creationId xmlns:a16="http://schemas.microsoft.com/office/drawing/2014/main" id="{4FDBE03D-6637-2E31-3B53-8013DCC2F8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905000"/>
              <a:ext cx="8207710" cy="4614672"/>
            </a:xfrm>
            <a:prstGeom prst="rect">
              <a:avLst/>
            </a:prstGeom>
          </p:spPr>
        </p:pic>
        <p:sp>
          <p:nvSpPr>
            <p:cNvPr id="6" name="TextBox 5">
              <a:extLst>
                <a:ext uri="{FF2B5EF4-FFF2-40B4-BE49-F238E27FC236}">
                  <a16:creationId xmlns:a16="http://schemas.microsoft.com/office/drawing/2014/main" id="{73904EEE-BA55-7C20-B8EF-5A923D501BBF}"/>
                </a:ext>
              </a:extLst>
            </p:cNvPr>
            <p:cNvSpPr txBox="1"/>
            <p:nvPr/>
          </p:nvSpPr>
          <p:spPr>
            <a:xfrm>
              <a:off x="228600" y="533400"/>
              <a:ext cx="8686800" cy="738664"/>
            </a:xfrm>
            <a:prstGeom prst="rect">
              <a:avLst/>
            </a:prstGeom>
            <a:noFill/>
          </p:spPr>
          <p:txBody>
            <a:bodyPr wrap="square">
              <a:spAutoFit/>
            </a:bodyPr>
            <a:lstStyle/>
            <a:p>
              <a:r>
                <a:rPr lang="en-US" sz="4200" dirty="0">
                  <a:solidFill>
                    <a:schemeClr val="bg1"/>
                  </a:solidFill>
                </a:rPr>
                <a:t>An Example: The Russia–Ukraine War</a:t>
              </a:r>
            </a:p>
          </p:txBody>
        </p:sp>
      </p:grpSp>
    </p:spTree>
    <p:extLst>
      <p:ext uri="{BB962C8B-B14F-4D97-AF65-F5344CB8AC3E}">
        <p14:creationId xmlns:p14="http://schemas.microsoft.com/office/powerpoint/2010/main" val="3554663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524BC1-5633-6180-CB26-52AE6C0E1255}"/>
              </a:ext>
            </a:extLst>
          </p:cNvPr>
          <p:cNvSpPr>
            <a:spLocks noGrp="1"/>
          </p:cNvSpPr>
          <p:nvPr>
            <p:ph idx="1"/>
          </p:nvPr>
        </p:nvSpPr>
        <p:spPr>
          <a:xfrm>
            <a:off x="872067" y="1981200"/>
            <a:ext cx="7408333" cy="4144963"/>
          </a:xfrm>
        </p:spPr>
        <p:txBody>
          <a:bodyPr/>
          <a:lstStyle/>
          <a:p>
            <a:pPr>
              <a:buFont typeface="Wingdings" pitchFamily="2" charset="2"/>
              <a:buChar char="q"/>
            </a:pPr>
            <a:r>
              <a:rPr lang="en-US" b="1" dirty="0"/>
              <a:t>Anarchy</a:t>
            </a:r>
            <a:r>
              <a:rPr lang="en-US" dirty="0"/>
              <a:t>: the absence of a central authority with the ability to make and enforce laws that bind all actors.</a:t>
            </a:r>
          </a:p>
          <a:p>
            <a:pPr lvl="1"/>
            <a:endParaRPr lang="en-US" sz="800" dirty="0"/>
          </a:p>
          <a:p>
            <a:pPr>
              <a:buFont typeface="Wingdings" pitchFamily="2" charset="2"/>
              <a:buChar char="q"/>
            </a:pPr>
            <a:r>
              <a:rPr lang="en-US" dirty="0"/>
              <a:t>No world government</a:t>
            </a:r>
          </a:p>
          <a:p>
            <a:pPr lvl="1">
              <a:buFont typeface="Wingdings" pitchFamily="2" charset="2"/>
              <a:buChar char="Ø"/>
            </a:pPr>
            <a:r>
              <a:rPr lang="en-US" dirty="0"/>
              <a:t>Lacks overarching authority and enforcement</a:t>
            </a:r>
          </a:p>
          <a:p>
            <a:pPr>
              <a:buFont typeface="Wingdings" pitchFamily="2" charset="2"/>
              <a:buChar char="q"/>
            </a:pPr>
            <a:endParaRPr lang="en-US" sz="800" dirty="0"/>
          </a:p>
          <a:p>
            <a:pPr>
              <a:buFont typeface="Wingdings" pitchFamily="2" charset="2"/>
              <a:buChar char="q"/>
            </a:pPr>
            <a:r>
              <a:rPr lang="en-US" dirty="0"/>
              <a:t>Self-help -&gt; seek power and security</a:t>
            </a:r>
          </a:p>
          <a:p>
            <a:pPr>
              <a:buFont typeface="Wingdings" pitchFamily="2" charset="2"/>
              <a:buChar char="q"/>
            </a:pPr>
            <a:endParaRPr lang="en-US" dirty="0"/>
          </a:p>
        </p:txBody>
      </p:sp>
      <p:sp>
        <p:nvSpPr>
          <p:cNvPr id="3" name="Title 2">
            <a:extLst>
              <a:ext uri="{FF2B5EF4-FFF2-40B4-BE49-F238E27FC236}">
                <a16:creationId xmlns:a16="http://schemas.microsoft.com/office/drawing/2014/main" id="{D41EB359-0D60-39EE-0A19-E0D6906A108A}"/>
              </a:ext>
            </a:extLst>
          </p:cNvPr>
          <p:cNvSpPr>
            <a:spLocks noGrp="1"/>
          </p:cNvSpPr>
          <p:nvPr>
            <p:ph type="title"/>
          </p:nvPr>
        </p:nvSpPr>
        <p:spPr/>
        <p:txBody>
          <a:bodyPr/>
          <a:lstStyle/>
          <a:p>
            <a:r>
              <a:rPr lang="en-US" dirty="0"/>
              <a:t>International System</a:t>
            </a:r>
          </a:p>
        </p:txBody>
      </p:sp>
    </p:spTree>
    <p:extLst>
      <p:ext uri="{BB962C8B-B14F-4D97-AF65-F5344CB8AC3E}">
        <p14:creationId xmlns:p14="http://schemas.microsoft.com/office/powerpoint/2010/main" val="3363438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normAutofit/>
          </a:bodyPr>
          <a:lstStyle/>
          <a:p>
            <a:r>
              <a:rPr lang="en-US" altLang="en-US" dirty="0"/>
              <a:t>Interests</a:t>
            </a:r>
          </a:p>
        </p:txBody>
      </p:sp>
      <p:sp>
        <p:nvSpPr>
          <p:cNvPr id="8195" name="Content Placeholder 2"/>
          <p:cNvSpPr>
            <a:spLocks noGrp="1"/>
          </p:cNvSpPr>
          <p:nvPr>
            <p:ph idx="1"/>
          </p:nvPr>
        </p:nvSpPr>
        <p:spPr>
          <a:xfrm>
            <a:off x="628650" y="1949844"/>
            <a:ext cx="7886700" cy="4050907"/>
          </a:xfrm>
        </p:spPr>
        <p:txBody>
          <a:bodyPr vert="horz" lIns="68580" tIns="34290" rIns="68580" bIns="34290" rtlCol="0" anchor="t">
            <a:normAutofit/>
          </a:bodyPr>
          <a:lstStyle/>
          <a:p>
            <a:pPr>
              <a:buFont typeface="Wingdings" pitchFamily="2" charset="2"/>
              <a:buChar char="q"/>
            </a:pPr>
            <a:r>
              <a:rPr lang="en-US" sz="2600" b="1" dirty="0">
                <a:cs typeface="Calibri"/>
              </a:rPr>
              <a:t>Interests:</a:t>
            </a:r>
            <a:r>
              <a:rPr lang="en-US" sz="2600" dirty="0">
                <a:cs typeface="Calibri"/>
              </a:rPr>
              <a:t> </a:t>
            </a:r>
            <a:r>
              <a:rPr lang="en-US" sz="2600" dirty="0"/>
              <a:t>goals that actors have, the outcomes they hope obtain through political action.</a:t>
            </a:r>
          </a:p>
          <a:p>
            <a:pPr lvl="1">
              <a:buFont typeface="Wingdings" pitchFamily="2" charset="2"/>
              <a:buChar char="Ø"/>
            </a:pPr>
            <a:r>
              <a:rPr lang="en-US" sz="1800" dirty="0">
                <a:cs typeface="Calibri"/>
              </a:rPr>
              <a:t>Interests involve actors and preferences.</a:t>
            </a:r>
          </a:p>
          <a:p>
            <a:pPr lvl="1">
              <a:buFont typeface="Wingdings" pitchFamily="2" charset="2"/>
              <a:buChar char="Ø"/>
            </a:pPr>
            <a:r>
              <a:rPr lang="en-US" sz="1800" dirty="0">
                <a:cs typeface="Calibri"/>
              </a:rPr>
              <a:t>Preferences can be ranked. </a:t>
            </a:r>
          </a:p>
          <a:p>
            <a:pPr marL="342900" indent="-342900">
              <a:buFont typeface="Wingdings" pitchFamily="2" charset="2"/>
              <a:buChar char="§"/>
            </a:pPr>
            <a:endParaRPr lang="en-US" sz="2600" dirty="0">
              <a:cs typeface="Calibri"/>
            </a:endParaRPr>
          </a:p>
          <a:p>
            <a:pPr>
              <a:buFont typeface="Wingdings" pitchFamily="2" charset="2"/>
              <a:buChar char="q"/>
            </a:pPr>
            <a:r>
              <a:rPr lang="en-US" sz="2600" dirty="0"/>
              <a:t>Actors: individuals or groups of people with common interests</a:t>
            </a:r>
          </a:p>
          <a:p>
            <a:pPr lvl="1">
              <a:buFont typeface="Wingdings" pitchFamily="2" charset="2"/>
              <a:buChar char="Ø"/>
            </a:pPr>
            <a:r>
              <a:rPr lang="en-US" altLang="en-US" sz="1800" dirty="0">
                <a:cs typeface="Calibri"/>
              </a:rPr>
              <a:t>The basic unit for the analysis of international politics</a:t>
            </a:r>
            <a:endParaRPr lang="en-US" sz="1800" dirty="0"/>
          </a:p>
          <a:p>
            <a:pPr marL="342900" indent="-342900">
              <a:buFont typeface="Wingdings" pitchFamily="2" charset="2"/>
              <a:buChar char="§"/>
            </a:pPr>
            <a:endParaRPr lang="en-US" sz="2600" dirty="0"/>
          </a:p>
          <a:p>
            <a:endParaRPr lang="en-US" sz="2600" dirty="0"/>
          </a:p>
          <a:p>
            <a:endParaRPr lang="en-US" sz="2600" dirty="0"/>
          </a:p>
          <a:p>
            <a:endParaRPr lang="en-US" sz="2600" dirty="0"/>
          </a:p>
          <a:p>
            <a:pPr lvl="1" indent="-170021"/>
            <a:endParaRPr lang="en-US" sz="2600" dirty="0"/>
          </a:p>
          <a:p>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A331C0-EC8E-E4DD-7B15-6F2BD81C1371}"/>
              </a:ext>
            </a:extLst>
          </p:cNvPr>
          <p:cNvSpPr>
            <a:spLocks noGrp="1"/>
          </p:cNvSpPr>
          <p:nvPr>
            <p:ph idx="1"/>
          </p:nvPr>
        </p:nvSpPr>
        <p:spPr>
          <a:xfrm>
            <a:off x="740833" y="1570035"/>
            <a:ext cx="7945967" cy="4535107"/>
          </a:xfrm>
        </p:spPr>
        <p:txBody>
          <a:bodyPr>
            <a:noAutofit/>
          </a:bodyPr>
          <a:lstStyle/>
          <a:p>
            <a:pPr>
              <a:buFont typeface="Wingdings" pitchFamily="2" charset="2"/>
              <a:buChar char="q"/>
            </a:pPr>
            <a:r>
              <a:rPr lang="en-US" sz="2600" b="1" dirty="0"/>
              <a:t>State</a:t>
            </a:r>
            <a:r>
              <a:rPr lang="en-US" sz="2600" dirty="0"/>
              <a:t>: a central authority that has the ability to make and enforce laws, rules, and decisions within a specific territory. </a:t>
            </a:r>
          </a:p>
          <a:p>
            <a:pPr>
              <a:buFont typeface="Wingdings" pitchFamily="2" charset="2"/>
              <a:buChar char="q"/>
            </a:pPr>
            <a:endParaRPr lang="en-US" sz="800" dirty="0"/>
          </a:p>
          <a:p>
            <a:pPr>
              <a:buFont typeface="Wingdings" pitchFamily="2" charset="2"/>
              <a:buChar char="q"/>
            </a:pPr>
            <a:r>
              <a:rPr lang="en-US" sz="2600" b="1" dirty="0"/>
              <a:t>Sovereignty</a:t>
            </a:r>
            <a:r>
              <a:rPr lang="en-US" sz="2600" dirty="0"/>
              <a:t>: states have legal and political supremacy within their territorial boundaries.</a:t>
            </a:r>
          </a:p>
          <a:p>
            <a:pPr lvl="1">
              <a:buFont typeface="Wingdings" pitchFamily="2" charset="2"/>
              <a:buChar char="Ø"/>
            </a:pPr>
            <a:r>
              <a:rPr lang="en-US" sz="2000" dirty="0"/>
              <a:t>Enshrined by the Peace of Westphalia </a:t>
            </a:r>
            <a:r>
              <a:rPr lang="en-US" sz="2000" i="1" dirty="0"/>
              <a:t>that ended </a:t>
            </a:r>
            <a:r>
              <a:rPr lang="en-US" sz="2000" dirty="0"/>
              <a:t>the Thirty Years’ War.</a:t>
            </a:r>
          </a:p>
          <a:p>
            <a:pPr>
              <a:buFont typeface="Wingdings" pitchFamily="2" charset="2"/>
              <a:buChar char="q"/>
            </a:pPr>
            <a:endParaRPr lang="en-US" sz="800" dirty="0"/>
          </a:p>
          <a:p>
            <a:pPr>
              <a:buFont typeface="Wingdings" pitchFamily="2" charset="2"/>
              <a:buChar char="q"/>
            </a:pPr>
            <a:r>
              <a:rPr lang="en-US" altLang="en-US" sz="2600" dirty="0">
                <a:cs typeface="Calibri"/>
              </a:rPr>
              <a:t>States have </a:t>
            </a:r>
            <a:r>
              <a:rPr lang="en-US" altLang="en-US" sz="2600" b="1" dirty="0">
                <a:cs typeface="Calibri"/>
              </a:rPr>
              <a:t>national interests</a:t>
            </a:r>
            <a:r>
              <a:rPr lang="en-US" altLang="en-US" sz="2600" dirty="0">
                <a:cs typeface="Calibri"/>
              </a:rPr>
              <a:t>, or interests attributed to the state itself, usually security and power. </a:t>
            </a:r>
            <a:endParaRPr lang="en-US" altLang="en-US" sz="2600" dirty="0"/>
          </a:p>
          <a:p>
            <a:endParaRPr lang="en-US" sz="2600" dirty="0"/>
          </a:p>
        </p:txBody>
      </p:sp>
      <p:sp>
        <p:nvSpPr>
          <p:cNvPr id="3" name="Title 2">
            <a:extLst>
              <a:ext uri="{FF2B5EF4-FFF2-40B4-BE49-F238E27FC236}">
                <a16:creationId xmlns:a16="http://schemas.microsoft.com/office/drawing/2014/main" id="{9A82D6E1-D850-33E6-2D68-C7770EA80572}"/>
              </a:ext>
            </a:extLst>
          </p:cNvPr>
          <p:cNvSpPr>
            <a:spLocks noGrp="1"/>
          </p:cNvSpPr>
          <p:nvPr>
            <p:ph type="title"/>
          </p:nvPr>
        </p:nvSpPr>
        <p:spPr/>
        <p:txBody>
          <a:bodyPr/>
          <a:lstStyle/>
          <a:p>
            <a:r>
              <a:rPr lang="en-US" dirty="0"/>
              <a:t>States and Interests</a:t>
            </a:r>
          </a:p>
        </p:txBody>
      </p:sp>
    </p:spTree>
    <p:extLst>
      <p:ext uri="{BB962C8B-B14F-4D97-AF65-F5344CB8AC3E}">
        <p14:creationId xmlns:p14="http://schemas.microsoft.com/office/powerpoint/2010/main" val="63499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5926F-7C46-44B9-8E0B-39E668724E87}"/>
              </a:ext>
            </a:extLst>
          </p:cNvPr>
          <p:cNvSpPr>
            <a:spLocks noGrp="1"/>
          </p:cNvSpPr>
          <p:nvPr>
            <p:ph type="title"/>
          </p:nvPr>
        </p:nvSpPr>
        <p:spPr/>
        <p:txBody>
          <a:bodyPr>
            <a:normAutofit/>
          </a:bodyPr>
          <a:lstStyle/>
          <a:p>
            <a:r>
              <a:rPr lang="en-US" dirty="0"/>
              <a:t>Power and Security</a:t>
            </a:r>
          </a:p>
        </p:txBody>
      </p:sp>
      <p:sp>
        <p:nvSpPr>
          <p:cNvPr id="3" name="Content Placeholder 2">
            <a:extLst>
              <a:ext uri="{FF2B5EF4-FFF2-40B4-BE49-F238E27FC236}">
                <a16:creationId xmlns:a16="http://schemas.microsoft.com/office/drawing/2014/main" id="{8286AD60-AA50-4B76-AD56-0CD74A78F641}"/>
              </a:ext>
            </a:extLst>
          </p:cNvPr>
          <p:cNvSpPr>
            <a:spLocks noGrp="1"/>
          </p:cNvSpPr>
          <p:nvPr>
            <p:ph idx="1"/>
          </p:nvPr>
        </p:nvSpPr>
        <p:spPr>
          <a:xfrm>
            <a:off x="685800" y="1981200"/>
            <a:ext cx="7886700" cy="4267200"/>
          </a:xfrm>
        </p:spPr>
        <p:txBody>
          <a:bodyPr>
            <a:normAutofit fontScale="92500" lnSpcReduction="20000"/>
          </a:bodyPr>
          <a:lstStyle/>
          <a:p>
            <a:pPr>
              <a:buFont typeface="Wingdings" pitchFamily="2" charset="2"/>
              <a:buChar char="q"/>
            </a:pPr>
            <a:r>
              <a:rPr lang="en-US" sz="2800" b="1" dirty="0"/>
              <a:t>Power: </a:t>
            </a:r>
            <a:r>
              <a:rPr lang="en-US" sz="2800" dirty="0"/>
              <a:t>Ability to get an actor to do something it ordinarily would not do</a:t>
            </a:r>
          </a:p>
          <a:p>
            <a:pPr>
              <a:buFont typeface="Wingdings" pitchFamily="2" charset="2"/>
              <a:buChar char="q"/>
            </a:pPr>
            <a:endParaRPr lang="en-US" sz="900" dirty="0"/>
          </a:p>
          <a:p>
            <a:pPr>
              <a:buFont typeface="Wingdings" pitchFamily="2" charset="2"/>
              <a:buChar char="q"/>
            </a:pPr>
            <a:r>
              <a:rPr lang="en-US" sz="2800" b="1" dirty="0"/>
              <a:t>Security:</a:t>
            </a:r>
            <a:r>
              <a:rPr lang="en-US" sz="2800" dirty="0"/>
              <a:t> Process by which actors seek to protect themselves</a:t>
            </a:r>
          </a:p>
          <a:p>
            <a:pPr marL="0" indent="0">
              <a:buNone/>
            </a:pPr>
            <a:endParaRPr lang="en-US" sz="1300" dirty="0"/>
          </a:p>
          <a:p>
            <a:pPr>
              <a:buFont typeface="Wingdings" pitchFamily="2" charset="2"/>
              <a:buChar char="q"/>
            </a:pPr>
            <a:r>
              <a:rPr lang="en-US" sz="2800" dirty="0"/>
              <a:t>Forms of power:</a:t>
            </a:r>
          </a:p>
          <a:p>
            <a:pPr lvl="1">
              <a:buFont typeface="Wingdings" pitchFamily="2" charset="2"/>
              <a:buChar char="Ø"/>
            </a:pPr>
            <a:r>
              <a:rPr lang="en-US" b="1" dirty="0"/>
              <a:t>Hard Power</a:t>
            </a:r>
            <a:r>
              <a:rPr lang="en-US" dirty="0"/>
              <a:t> :  Military force</a:t>
            </a:r>
            <a:endParaRPr lang="en-US" b="1" dirty="0"/>
          </a:p>
          <a:p>
            <a:pPr lvl="1">
              <a:buFont typeface="Wingdings" pitchFamily="2" charset="2"/>
              <a:buChar char="Ø"/>
            </a:pPr>
            <a:r>
              <a:rPr lang="en-US" b="1" dirty="0"/>
              <a:t>Soft Power </a:t>
            </a:r>
            <a:r>
              <a:rPr lang="en-US" dirty="0"/>
              <a:t>: All other forms (economic, diplomatic, political, culture)</a:t>
            </a:r>
          </a:p>
          <a:p>
            <a:endParaRPr lang="en-US" sz="900" dirty="0"/>
          </a:p>
          <a:p>
            <a:pPr>
              <a:buFont typeface="Wingdings" pitchFamily="2" charset="2"/>
              <a:buChar char="q"/>
            </a:pPr>
            <a:r>
              <a:rPr lang="en-US" sz="2800" dirty="0"/>
              <a:t>Ways states use power:</a:t>
            </a:r>
          </a:p>
          <a:p>
            <a:pPr lvl="1">
              <a:buFont typeface="Wingdings" pitchFamily="2" charset="2"/>
              <a:buChar char="Ø"/>
            </a:pPr>
            <a:r>
              <a:rPr lang="en-US" b="1" dirty="0"/>
              <a:t>Coercion</a:t>
            </a:r>
            <a:r>
              <a:rPr lang="en-US" dirty="0"/>
              <a:t>:  Force or threat of force or adverse consequences</a:t>
            </a:r>
          </a:p>
          <a:p>
            <a:pPr lvl="1">
              <a:buFont typeface="Wingdings" pitchFamily="2" charset="2"/>
              <a:buChar char="Ø"/>
            </a:pPr>
            <a:r>
              <a:rPr lang="en-US" b="1" dirty="0"/>
              <a:t>Structural</a:t>
            </a:r>
            <a:r>
              <a:rPr lang="en-US" dirty="0"/>
              <a:t>/</a:t>
            </a:r>
            <a:r>
              <a:rPr lang="en-US" b="1" dirty="0"/>
              <a:t>Institutional</a:t>
            </a:r>
            <a:r>
              <a:rPr lang="en-US" dirty="0"/>
              <a:t>:  Institutional rules, norms</a:t>
            </a:r>
          </a:p>
          <a:p>
            <a:endParaRPr lang="en-US" b="1" dirty="0"/>
          </a:p>
          <a:p>
            <a:endParaRPr lang="en-US" b="1" dirty="0"/>
          </a:p>
        </p:txBody>
      </p:sp>
    </p:spTree>
    <p:extLst>
      <p:ext uri="{BB962C8B-B14F-4D97-AF65-F5344CB8AC3E}">
        <p14:creationId xmlns:p14="http://schemas.microsoft.com/office/powerpoint/2010/main" val="2129871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9ECB02A-43C2-85F5-0592-F23A3E7A780B}"/>
              </a:ext>
            </a:extLst>
          </p:cNvPr>
          <p:cNvSpPr txBox="1"/>
          <p:nvPr/>
        </p:nvSpPr>
        <p:spPr>
          <a:xfrm>
            <a:off x="152400" y="457200"/>
            <a:ext cx="8915400" cy="769441"/>
          </a:xfrm>
          <a:prstGeom prst="rect">
            <a:avLst/>
          </a:prstGeom>
          <a:noFill/>
        </p:spPr>
        <p:txBody>
          <a:bodyPr wrap="square">
            <a:spAutoFit/>
          </a:bodyPr>
          <a:lstStyle/>
          <a:p>
            <a:r>
              <a:rPr lang="en-US" altLang="en-US" sz="4400" dirty="0">
                <a:solidFill>
                  <a:schemeClr val="bg1"/>
                </a:solidFill>
              </a:rPr>
              <a:t>Key Categories of Actors &amp; Interests</a:t>
            </a:r>
            <a:endParaRPr lang="en-US" dirty="0">
              <a:solidFill>
                <a:schemeClr val="bg1"/>
              </a:solidFill>
            </a:endParaRPr>
          </a:p>
        </p:txBody>
      </p:sp>
      <p:graphicFrame>
        <p:nvGraphicFramePr>
          <p:cNvPr id="11" name="Table 10">
            <a:extLst>
              <a:ext uri="{FF2B5EF4-FFF2-40B4-BE49-F238E27FC236}">
                <a16:creationId xmlns:a16="http://schemas.microsoft.com/office/drawing/2014/main" id="{EFEF300B-54D3-23BA-BDB3-3B32F62B81DD}"/>
              </a:ext>
            </a:extLst>
          </p:cNvPr>
          <p:cNvGraphicFramePr>
            <a:graphicFrameLocks noGrp="1"/>
          </p:cNvGraphicFramePr>
          <p:nvPr>
            <p:extLst>
              <p:ext uri="{D42A27DB-BD31-4B8C-83A1-F6EECF244321}">
                <p14:modId xmlns:p14="http://schemas.microsoft.com/office/powerpoint/2010/main" val="2762960418"/>
              </p:ext>
            </p:extLst>
          </p:nvPr>
        </p:nvGraphicFramePr>
        <p:xfrm>
          <a:off x="228600" y="1600200"/>
          <a:ext cx="8686801" cy="5249252"/>
        </p:xfrm>
        <a:graphic>
          <a:graphicData uri="http://schemas.openxmlformats.org/drawingml/2006/table">
            <a:tbl>
              <a:tblPr firstRow="1" firstCol="1" bandRow="1">
                <a:tableStyleId>{5C22544A-7EE6-4342-B048-85BDC9FD1C3A}</a:tableStyleId>
              </a:tblPr>
              <a:tblGrid>
                <a:gridCol w="2443163">
                  <a:extLst>
                    <a:ext uri="{9D8B030D-6E8A-4147-A177-3AD203B41FA5}">
                      <a16:colId xmlns:a16="http://schemas.microsoft.com/office/drawing/2014/main" val="2834202991"/>
                    </a:ext>
                  </a:extLst>
                </a:gridCol>
                <a:gridCol w="2940844">
                  <a:extLst>
                    <a:ext uri="{9D8B030D-6E8A-4147-A177-3AD203B41FA5}">
                      <a16:colId xmlns:a16="http://schemas.microsoft.com/office/drawing/2014/main" val="254264182"/>
                    </a:ext>
                  </a:extLst>
                </a:gridCol>
                <a:gridCol w="3302794">
                  <a:extLst>
                    <a:ext uri="{9D8B030D-6E8A-4147-A177-3AD203B41FA5}">
                      <a16:colId xmlns:a16="http://schemas.microsoft.com/office/drawing/2014/main" val="2406128723"/>
                    </a:ext>
                  </a:extLst>
                </a:gridCol>
              </a:tblGrid>
              <a:tr h="337689">
                <a:tc>
                  <a:txBody>
                    <a:bodyPr/>
                    <a:lstStyle/>
                    <a:p>
                      <a:pPr marL="0" marR="0">
                        <a:lnSpc>
                          <a:spcPct val="115000"/>
                        </a:lnSpc>
                        <a:spcAft>
                          <a:spcPts val="1000"/>
                        </a:spcAft>
                        <a:buNone/>
                      </a:pPr>
                      <a:r>
                        <a:rPr lang="en-US" sz="1200" b="1" dirty="0">
                          <a:effectLst/>
                        </a:rPr>
                        <a:t>ACTOR</a:t>
                      </a:r>
                      <a:endParaRPr lang="en-US" sz="1200" b="1" dirty="0">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8235" marB="48235" anchor="ctr"/>
                </a:tc>
                <a:tc>
                  <a:txBody>
                    <a:bodyPr/>
                    <a:lstStyle/>
                    <a:p>
                      <a:pPr marL="0" marR="0" algn="ctr">
                        <a:lnSpc>
                          <a:spcPct val="115000"/>
                        </a:lnSpc>
                        <a:spcAft>
                          <a:spcPts val="1000"/>
                        </a:spcAft>
                        <a:buNone/>
                      </a:pPr>
                      <a:r>
                        <a:rPr lang="en-US" sz="1200" b="1" dirty="0">
                          <a:effectLst/>
                        </a:rPr>
                        <a:t>COMMONLY ASCRIBED INTERESTS</a:t>
                      </a:r>
                      <a:endParaRPr lang="en-US" sz="1200" b="1" dirty="0">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8235" marB="48235" anchor="ctr"/>
                </a:tc>
                <a:tc>
                  <a:txBody>
                    <a:bodyPr/>
                    <a:lstStyle/>
                    <a:p>
                      <a:pPr marL="0" marR="0" algn="ctr">
                        <a:lnSpc>
                          <a:spcPct val="115000"/>
                        </a:lnSpc>
                        <a:spcAft>
                          <a:spcPts val="1000"/>
                        </a:spcAft>
                        <a:buNone/>
                      </a:pPr>
                      <a:r>
                        <a:rPr lang="en-US" sz="1200" b="1" dirty="0">
                          <a:effectLst/>
                        </a:rPr>
                        <a:t>EXAMPLES</a:t>
                      </a:r>
                      <a:endParaRPr lang="en-US" sz="1200" b="1" dirty="0">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8235" marB="48235" anchor="ctr"/>
                </a:tc>
                <a:extLst>
                  <a:ext uri="{0D108BD9-81ED-4DB2-BD59-A6C34878D82A}">
                    <a16:rowId xmlns:a16="http://schemas.microsoft.com/office/drawing/2014/main" val="605538050"/>
                  </a:ext>
                </a:extLst>
              </a:tr>
              <a:tr h="555761">
                <a:tc>
                  <a:txBody>
                    <a:bodyPr/>
                    <a:lstStyle/>
                    <a:p>
                      <a:pPr marL="0" marR="0">
                        <a:lnSpc>
                          <a:spcPct val="115000"/>
                        </a:lnSpc>
                        <a:spcAft>
                          <a:spcPts val="1000"/>
                        </a:spcAft>
                        <a:buNone/>
                      </a:pPr>
                      <a:r>
                        <a:rPr lang="en-US" sz="1200" b="1" dirty="0">
                          <a:effectLst/>
                        </a:rPr>
                        <a:t>States</a:t>
                      </a:r>
                      <a:endParaRPr lang="en-US" sz="1200" b="1" dirty="0">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dirty="0">
                          <a:effectLst/>
                        </a:rPr>
                        <a:t>Security, power, territory, wealth, ideology</a:t>
                      </a:r>
                      <a:endParaRPr lang="en-US" sz="1000" b="1" dirty="0">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United States, Canada, China, Switzerland, India, Uruguay</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extLst>
                  <a:ext uri="{0D108BD9-81ED-4DB2-BD59-A6C34878D82A}">
                    <a16:rowId xmlns:a16="http://schemas.microsoft.com/office/drawing/2014/main" val="2647659561"/>
                  </a:ext>
                </a:extLst>
              </a:tr>
              <a:tr h="555761">
                <a:tc>
                  <a:txBody>
                    <a:bodyPr/>
                    <a:lstStyle/>
                    <a:p>
                      <a:pPr marL="0" marR="0">
                        <a:lnSpc>
                          <a:spcPct val="115000"/>
                        </a:lnSpc>
                        <a:spcAft>
                          <a:spcPts val="1000"/>
                        </a:spcAft>
                        <a:buNone/>
                      </a:pPr>
                      <a:r>
                        <a:rPr lang="en-US" sz="1200" b="1" dirty="0">
                          <a:effectLst/>
                        </a:rPr>
                        <a:t>Politicians</a:t>
                      </a:r>
                      <a:endParaRPr lang="en-US" sz="1200" b="1" dirty="0">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Reelection/retention of office, ideology, policy goals</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President of the United States, prime minister of India, Speaker of the U.S. House of Representatives</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extLst>
                  <a:ext uri="{0D108BD9-81ED-4DB2-BD59-A6C34878D82A}">
                    <a16:rowId xmlns:a16="http://schemas.microsoft.com/office/drawing/2014/main" val="4141518624"/>
                  </a:ext>
                </a:extLst>
              </a:tr>
              <a:tr h="775107">
                <a:tc>
                  <a:txBody>
                    <a:bodyPr/>
                    <a:lstStyle/>
                    <a:p>
                      <a:pPr marL="0" marR="0">
                        <a:lnSpc>
                          <a:spcPct val="115000"/>
                        </a:lnSpc>
                        <a:spcAft>
                          <a:spcPts val="1000"/>
                        </a:spcAft>
                        <a:buNone/>
                      </a:pPr>
                      <a:r>
                        <a:rPr lang="en-US" sz="1200" b="1" dirty="0">
                          <a:effectLst/>
                        </a:rPr>
                        <a:t>Firms, industries, or business associations</a:t>
                      </a:r>
                      <a:endParaRPr lang="en-US" sz="1200" b="1" dirty="0">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Wealth, profit</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General Motors, Sony, the pharmaceutical industry, National Association of Manufacturers, Business Roundtable</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extLst>
                  <a:ext uri="{0D108BD9-81ED-4DB2-BD59-A6C34878D82A}">
                    <a16:rowId xmlns:a16="http://schemas.microsoft.com/office/drawing/2014/main" val="3244146782"/>
                  </a:ext>
                </a:extLst>
              </a:tr>
              <a:tr h="336412">
                <a:tc>
                  <a:txBody>
                    <a:bodyPr/>
                    <a:lstStyle/>
                    <a:p>
                      <a:pPr marL="0" marR="0">
                        <a:lnSpc>
                          <a:spcPct val="115000"/>
                        </a:lnSpc>
                        <a:spcAft>
                          <a:spcPts val="1000"/>
                        </a:spcAft>
                        <a:buNone/>
                      </a:pPr>
                      <a:r>
                        <a:rPr lang="en-US" sz="1200" b="1" dirty="0">
                          <a:effectLst/>
                        </a:rPr>
                        <a:t>Classes or factors of production</a:t>
                      </a:r>
                      <a:endParaRPr lang="en-US" sz="1200" b="1" dirty="0">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Material well-being, wealth</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Capital, labor, land, human capital</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extLst>
                  <a:ext uri="{0D108BD9-81ED-4DB2-BD59-A6C34878D82A}">
                    <a16:rowId xmlns:a16="http://schemas.microsoft.com/office/drawing/2014/main" val="3799978399"/>
                  </a:ext>
                </a:extLst>
              </a:tr>
              <a:tr h="775107">
                <a:tc>
                  <a:txBody>
                    <a:bodyPr/>
                    <a:lstStyle/>
                    <a:p>
                      <a:pPr marL="0" marR="0">
                        <a:lnSpc>
                          <a:spcPct val="115000"/>
                        </a:lnSpc>
                        <a:spcAft>
                          <a:spcPts val="1000"/>
                        </a:spcAft>
                        <a:buNone/>
                      </a:pPr>
                      <a:r>
                        <a:rPr lang="en-US" sz="1200" b="1" dirty="0">
                          <a:effectLst/>
                        </a:rPr>
                        <a:t>Bureaucracies</a:t>
                      </a:r>
                      <a:endParaRPr lang="en-US" sz="1200" b="1" dirty="0">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Budget maximization, influence, policy preferences; often summarized by the adage of “where you stand depends on where you sit”</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Department of Defense, Department of Commerce, National Security Council, Ministry of Foreign Affairs</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extLst>
                  <a:ext uri="{0D108BD9-81ED-4DB2-BD59-A6C34878D82A}">
                    <a16:rowId xmlns:a16="http://schemas.microsoft.com/office/drawing/2014/main" val="3969337853"/>
                  </a:ext>
                </a:extLst>
              </a:tr>
              <a:tr h="994455">
                <a:tc>
                  <a:txBody>
                    <a:bodyPr/>
                    <a:lstStyle/>
                    <a:p>
                      <a:pPr marL="0" marR="0">
                        <a:lnSpc>
                          <a:spcPct val="115000"/>
                        </a:lnSpc>
                        <a:spcAft>
                          <a:spcPts val="1000"/>
                        </a:spcAft>
                        <a:buNone/>
                      </a:pPr>
                      <a:r>
                        <a:rPr lang="en-US" sz="1200" b="1" dirty="0">
                          <a:effectLst/>
                        </a:rPr>
                        <a:t>International organizations</a:t>
                      </a:r>
                      <a:endParaRPr lang="en-US" sz="1200" b="1" dirty="0">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As composites of states, they reflect the interests of member states according to their voting power. As organizations, they are assumed to be similar to domestic bureaucracies.</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United Nations, International Monetary Fund, Universal Postal Union, Organisation for Economic Co-operation and Development</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extLst>
                  <a:ext uri="{0D108BD9-81ED-4DB2-BD59-A6C34878D82A}">
                    <a16:rowId xmlns:a16="http://schemas.microsoft.com/office/drawing/2014/main" val="3275227382"/>
                  </a:ext>
                </a:extLst>
              </a:tr>
              <a:tr h="775107">
                <a:tc>
                  <a:txBody>
                    <a:bodyPr/>
                    <a:lstStyle/>
                    <a:p>
                      <a:pPr marL="0" marR="0">
                        <a:lnSpc>
                          <a:spcPct val="115000"/>
                        </a:lnSpc>
                        <a:spcAft>
                          <a:spcPts val="1000"/>
                        </a:spcAft>
                        <a:buNone/>
                      </a:pPr>
                      <a:r>
                        <a:rPr lang="en-US" sz="1200" b="1" dirty="0">
                          <a:effectLst/>
                        </a:rPr>
                        <a:t>Nongovernmental organizations, often transnational or international in scope and membership</a:t>
                      </a:r>
                      <a:endParaRPr lang="en-US" sz="1200" b="1" dirty="0">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Moral, ideological, or policy goals; human rights; the environment; religion</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dirty="0">
                          <a:effectLst/>
                        </a:rPr>
                        <a:t>Red Cross, Amnesty International, Greenpeace, the Catholic Church</a:t>
                      </a:r>
                      <a:endParaRPr lang="en-US" sz="1000" b="1" dirty="0">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extLst>
                  <a:ext uri="{0D108BD9-81ED-4DB2-BD59-A6C34878D82A}">
                    <a16:rowId xmlns:a16="http://schemas.microsoft.com/office/drawing/2014/main" val="34656032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628650" y="457201"/>
            <a:ext cx="7886700" cy="1361888"/>
          </a:xfrm>
        </p:spPr>
        <p:txBody>
          <a:bodyPr>
            <a:normAutofit fontScale="90000"/>
          </a:bodyPr>
          <a:lstStyle/>
          <a:p>
            <a:r>
              <a:rPr lang="en-US" altLang="en-US" dirty="0"/>
              <a:t>Interactions: Why Can’t Actors Always Get What They Want?</a:t>
            </a:r>
          </a:p>
        </p:txBody>
      </p:sp>
      <p:sp>
        <p:nvSpPr>
          <p:cNvPr id="8195" name="Content Placeholder 2"/>
          <p:cNvSpPr>
            <a:spLocks noGrp="1"/>
          </p:cNvSpPr>
          <p:nvPr>
            <p:ph idx="1"/>
          </p:nvPr>
        </p:nvSpPr>
        <p:spPr>
          <a:xfrm>
            <a:off x="872067" y="2438400"/>
            <a:ext cx="7408333" cy="3687763"/>
          </a:xfrm>
        </p:spPr>
        <p:txBody>
          <a:bodyPr vert="horz" lIns="68580" tIns="34290" rIns="68580" bIns="34290" rtlCol="0" anchor="t">
            <a:normAutofit/>
          </a:bodyPr>
          <a:lstStyle/>
          <a:p>
            <a:pPr>
              <a:buFont typeface="Wingdings" pitchFamily="2" charset="2"/>
              <a:buChar char="q"/>
            </a:pPr>
            <a:r>
              <a:rPr lang="en-US" sz="2600" dirty="0">
                <a:cs typeface="Calibri"/>
              </a:rPr>
              <a:t>Outcomes depend not just on the choices of one actor but also on the choices of others.</a:t>
            </a:r>
          </a:p>
          <a:p>
            <a:pPr>
              <a:buFont typeface="Wingdings" pitchFamily="2" charset="2"/>
              <a:buChar char="q"/>
            </a:pPr>
            <a:endParaRPr lang="en-US" sz="2600" dirty="0">
              <a:cs typeface="Calibri"/>
            </a:endParaRPr>
          </a:p>
          <a:p>
            <a:pPr>
              <a:buFont typeface="Wingdings" pitchFamily="2" charset="2"/>
              <a:buChar char="q"/>
            </a:pPr>
            <a:r>
              <a:rPr lang="en-US" sz="2600" b="1" dirty="0">
                <a:cs typeface="Calibri"/>
              </a:rPr>
              <a:t>Interactions</a:t>
            </a:r>
            <a:r>
              <a:rPr lang="en-US" sz="2600" dirty="0">
                <a:cs typeface="Calibri"/>
              </a:rPr>
              <a:t> are the ways in which the choices of two or more actors combine to produce political outcomes. </a:t>
            </a:r>
            <a:endParaRPr lang="en-US" sz="2600" dirty="0"/>
          </a:p>
          <a:p>
            <a:endParaRPr lang="en-US" dirty="0"/>
          </a:p>
          <a:p>
            <a:endParaRPr lang="en-US" b="1" dirty="0"/>
          </a:p>
          <a:p>
            <a:endParaRPr lang="en-US"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p:txBody>
          <a:bodyPr>
            <a:normAutofit fontScale="90000"/>
          </a:bodyPr>
          <a:lstStyle/>
          <a:p>
            <a:r>
              <a:rPr lang="en-US" altLang="en-US" dirty="0"/>
              <a:t>Interactions: Purposive and Strategic</a:t>
            </a:r>
          </a:p>
        </p:txBody>
      </p:sp>
      <p:sp>
        <p:nvSpPr>
          <p:cNvPr id="3" name="Content Placeholder 2"/>
          <p:cNvSpPr>
            <a:spLocks noGrp="1"/>
          </p:cNvSpPr>
          <p:nvPr>
            <p:ph idx="1"/>
          </p:nvPr>
        </p:nvSpPr>
        <p:spPr>
          <a:xfrm>
            <a:off x="628650" y="1949844"/>
            <a:ext cx="7886700" cy="4050907"/>
          </a:xfrm>
        </p:spPr>
        <p:txBody>
          <a:bodyPr vert="horz" lIns="68580" tIns="34290" rIns="68580" bIns="34290" rtlCol="0" anchor="t">
            <a:noAutofit/>
          </a:bodyPr>
          <a:lstStyle/>
          <a:p>
            <a:pPr>
              <a:buFont typeface="Wingdings" pitchFamily="2" charset="2"/>
              <a:buChar char="q"/>
            </a:pPr>
            <a:r>
              <a:rPr lang="en-US" sz="2600" dirty="0">
                <a:cs typeface="Calibri"/>
              </a:rPr>
              <a:t>Two main assumptions in studying interactions:</a:t>
            </a:r>
            <a:endParaRPr lang="en-US" sz="2600" dirty="0"/>
          </a:p>
          <a:p>
            <a:pPr marL="771525" lvl="1" indent="-342900">
              <a:buFont typeface="+mj-lt"/>
              <a:buAutoNum type="arabicPeriod"/>
            </a:pPr>
            <a:r>
              <a:rPr lang="en-US" sz="1800" dirty="0">
                <a:cs typeface="Calibri"/>
              </a:rPr>
              <a:t>Actors behave with the intention of producing a desired result.</a:t>
            </a:r>
          </a:p>
          <a:p>
            <a:pPr marL="771525" lvl="1" indent="-342900">
              <a:buFont typeface="+mj-lt"/>
              <a:buAutoNum type="arabicPeriod"/>
            </a:pPr>
            <a:r>
              <a:rPr lang="en-US" sz="1800" dirty="0">
                <a:cs typeface="Calibri"/>
              </a:rPr>
              <a:t>Actors adopt strategies according to what they believe to be the interests and likely actions of others. </a:t>
            </a:r>
            <a:endParaRPr lang="en-US" sz="1800" dirty="0"/>
          </a:p>
          <a:p>
            <a:pPr marL="257175" indent="-257175">
              <a:buFont typeface="Wingdings" pitchFamily="2" charset="2"/>
              <a:buChar char="§"/>
            </a:pPr>
            <a:endParaRPr lang="en-US" altLang="en-US" sz="800" dirty="0">
              <a:cs typeface="Calibri"/>
            </a:endParaRPr>
          </a:p>
          <a:p>
            <a:pPr>
              <a:buFont typeface="Wingdings" pitchFamily="2" charset="2"/>
              <a:buChar char="q"/>
            </a:pPr>
            <a:r>
              <a:rPr lang="en-US" altLang="en-US" sz="2600" dirty="0">
                <a:cs typeface="Calibri"/>
              </a:rPr>
              <a:t>Actors: </a:t>
            </a:r>
            <a:r>
              <a:rPr lang="en-US" altLang="en-US" sz="2600" i="1" dirty="0">
                <a:cs typeface="Calibri"/>
              </a:rPr>
              <a:t>purposive</a:t>
            </a:r>
          </a:p>
          <a:p>
            <a:pPr lvl="1">
              <a:buFont typeface="Wingdings" pitchFamily="2" charset="2"/>
              <a:buChar char="Ø"/>
            </a:pPr>
            <a:r>
              <a:rPr lang="en-US" altLang="en-US" sz="1800" dirty="0">
                <a:cs typeface="Calibri"/>
              </a:rPr>
              <a:t>Develop strategies that they believe are the best response to the anticipated strategies of others.</a:t>
            </a:r>
          </a:p>
          <a:p>
            <a:pPr marL="257175" indent="-257175">
              <a:buFont typeface="Wingdings" pitchFamily="2" charset="2"/>
              <a:buChar char="§"/>
            </a:pPr>
            <a:endParaRPr lang="en-US" altLang="en-US" sz="800" i="1" dirty="0">
              <a:cs typeface="Calibri"/>
            </a:endParaRPr>
          </a:p>
          <a:p>
            <a:pPr>
              <a:buFont typeface="Wingdings" pitchFamily="2" charset="2"/>
              <a:buChar char="q"/>
            </a:pPr>
            <a:r>
              <a:rPr lang="en-US" altLang="en-US" sz="2600" dirty="0">
                <a:cs typeface="Calibri"/>
              </a:rPr>
              <a:t>Interactions: S</a:t>
            </a:r>
            <a:r>
              <a:rPr lang="en-US" altLang="en-US" sz="2600" i="1" dirty="0">
                <a:cs typeface="Calibri"/>
              </a:rPr>
              <a:t>trategic</a:t>
            </a:r>
            <a:endParaRPr lang="en-US" altLang="en-US" sz="2600" dirty="0">
              <a:cs typeface="Calibri"/>
            </a:endParaRPr>
          </a:p>
          <a:p>
            <a:pPr lvl="1">
              <a:buFont typeface="Wingdings" pitchFamily="2" charset="2"/>
              <a:buChar char="Ø"/>
            </a:pPr>
            <a:r>
              <a:rPr lang="en-US" altLang="en-US" sz="1800" dirty="0">
                <a:cs typeface="Calibri"/>
              </a:rPr>
              <a:t>Each actor</a:t>
            </a:r>
            <a:r>
              <a:rPr lang="en-US" altLang="ja-JP" sz="1800" dirty="0">
                <a:cs typeface="Calibri"/>
              </a:rPr>
              <a:t>’s strategy or plan of action depends on the anticipated strategy of others.</a:t>
            </a:r>
            <a:endParaRPr lang="en-US" altLang="en-US" sz="1800" dirty="0">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p:txBody>
          <a:bodyPr>
            <a:normAutofit/>
          </a:bodyPr>
          <a:lstStyle/>
          <a:p>
            <a:r>
              <a:rPr lang="en-US" altLang="en-US" dirty="0"/>
              <a:t>Forms of Interactions</a:t>
            </a:r>
          </a:p>
        </p:txBody>
      </p:sp>
      <p:sp>
        <p:nvSpPr>
          <p:cNvPr id="18435" name="Content Placeholder 2"/>
          <p:cNvSpPr>
            <a:spLocks noGrp="1"/>
          </p:cNvSpPr>
          <p:nvPr>
            <p:ph idx="1"/>
          </p:nvPr>
        </p:nvSpPr>
        <p:spPr>
          <a:xfrm>
            <a:off x="872067" y="1981200"/>
            <a:ext cx="7408333" cy="4144963"/>
          </a:xfrm>
        </p:spPr>
        <p:txBody>
          <a:bodyPr vert="horz" lIns="68580" tIns="34290" rIns="68580" bIns="34290" rtlCol="0" anchor="t">
            <a:normAutofit/>
          </a:bodyPr>
          <a:lstStyle/>
          <a:p>
            <a:pPr marL="715804" lvl="1" indent="-457200">
              <a:buFont typeface="Wingdings" pitchFamily="2" charset="2"/>
              <a:buChar char="q"/>
            </a:pPr>
            <a:r>
              <a:rPr lang="en-US" sz="2600" dirty="0">
                <a:cs typeface="Calibri"/>
              </a:rPr>
              <a:t>Cooperation</a:t>
            </a:r>
          </a:p>
          <a:p>
            <a:pPr marL="715804" lvl="1" indent="-457200">
              <a:buFont typeface="Wingdings" pitchFamily="2" charset="2"/>
              <a:buChar char="q"/>
            </a:pPr>
            <a:r>
              <a:rPr lang="en-US" sz="2600" dirty="0">
                <a:cs typeface="Calibri"/>
              </a:rPr>
              <a:t>Bargaining</a:t>
            </a:r>
          </a:p>
          <a:p>
            <a:pPr marL="715804" lvl="1" indent="-457200">
              <a:buFont typeface="Wingdings" pitchFamily="2" charset="2"/>
              <a:buChar char="q"/>
            </a:pPr>
            <a:r>
              <a:rPr lang="en-US" sz="2600" dirty="0">
                <a:cs typeface="Calibri"/>
              </a:rPr>
              <a:t>Cooperation </a:t>
            </a:r>
            <a:r>
              <a:rPr lang="en-US" sz="2600" i="1" dirty="0">
                <a:cs typeface="Calibri"/>
              </a:rPr>
              <a:t>and</a:t>
            </a:r>
            <a:r>
              <a:rPr lang="en-US" sz="2600" dirty="0">
                <a:cs typeface="Calibri"/>
              </a:rPr>
              <a:t> bargaining</a:t>
            </a:r>
          </a:p>
          <a:p>
            <a:pPr marL="995204" lvl="2" indent="-457200">
              <a:buFont typeface="Wingdings" pitchFamily="2" charset="2"/>
              <a:buChar char="Ø"/>
            </a:pPr>
            <a:r>
              <a:rPr lang="en-US" sz="1800" dirty="0">
                <a:cs typeface="Calibri"/>
              </a:rPr>
              <a:t>Most interactions require a combination of bargaining and cooperation.</a:t>
            </a:r>
          </a:p>
          <a:p>
            <a:pPr marL="715804" lvl="1" indent="-457200">
              <a:buFont typeface="Wingdings" pitchFamily="2" charset="2"/>
              <a:buChar char="q"/>
            </a:pPr>
            <a:endParaRPr lang="en-US" sz="2600" dirty="0">
              <a:cs typeface="Calibri"/>
            </a:endParaRPr>
          </a:p>
          <a:p>
            <a:pPr marL="258128" lvl="1" indent="0">
              <a:buNone/>
            </a:pPr>
            <a:endParaRPr lang="en-US" sz="2600" dirty="0"/>
          </a:p>
          <a:p>
            <a:pPr indent="-170021"/>
            <a:endParaRPr lang="en-US" sz="26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1" y="1905000"/>
            <a:ext cx="5181599" cy="4221163"/>
          </a:xfrm>
        </p:spPr>
        <p:txBody>
          <a:bodyPr vert="horz" lIns="68580" tIns="34290" rIns="68580" bIns="34290" rtlCol="0" anchor="t">
            <a:normAutofit/>
          </a:bodyPr>
          <a:lstStyle/>
          <a:p>
            <a:pPr>
              <a:buFont typeface="Wingdings" pitchFamily="2" charset="2"/>
              <a:buChar char="q"/>
            </a:pPr>
            <a:r>
              <a:rPr lang="en-US" sz="2600" b="1" dirty="0">
                <a:cs typeface="Calibri"/>
              </a:rPr>
              <a:t>Cooperation: </a:t>
            </a:r>
            <a:r>
              <a:rPr lang="en-US" sz="2600" dirty="0">
                <a:cs typeface="Calibri"/>
              </a:rPr>
              <a:t>an interaction in which two or more actors adopt policies that make at least one actor better off relative to the status quo without making others worse off.</a:t>
            </a:r>
          </a:p>
          <a:p>
            <a:pPr marL="924243" lvl="2" indent="-342900">
              <a:buFont typeface="Wingdings" pitchFamily="2" charset="2"/>
              <a:buChar char="Ø"/>
            </a:pPr>
            <a:r>
              <a:rPr lang="en-US" sz="1800" dirty="0">
                <a:cs typeface="Calibri"/>
              </a:rPr>
              <a:t>Pareto optimal.</a:t>
            </a:r>
          </a:p>
          <a:p>
            <a:pPr marL="924243" lvl="2" indent="-342900">
              <a:buFont typeface="Wingdings" pitchFamily="2" charset="2"/>
              <a:buChar char="Ø"/>
            </a:pPr>
            <a:r>
              <a:rPr lang="en-US" altLang="en-US" sz="1800" dirty="0">
                <a:cs typeface="Calibri"/>
              </a:rPr>
              <a:t>Create additional value.</a:t>
            </a:r>
          </a:p>
          <a:p>
            <a:pPr marL="924243" lvl="2" indent="-342900">
              <a:buFont typeface="Wingdings" pitchFamily="2" charset="2"/>
              <a:buChar char="Ø"/>
            </a:pPr>
            <a:r>
              <a:rPr lang="en-US" altLang="en-US" sz="1800" dirty="0">
                <a:cs typeface="Calibri"/>
              </a:rPr>
              <a:t>Benefit the actors who are directly involved, but it may also harm actors who are not involved. </a:t>
            </a:r>
            <a:endParaRPr lang="en-US" altLang="en-US" sz="1800" dirty="0"/>
          </a:p>
        </p:txBody>
      </p:sp>
      <p:grpSp>
        <p:nvGrpSpPr>
          <p:cNvPr id="4" name="Group 3">
            <a:extLst>
              <a:ext uri="{FF2B5EF4-FFF2-40B4-BE49-F238E27FC236}">
                <a16:creationId xmlns:a16="http://schemas.microsoft.com/office/drawing/2014/main" id="{B2528151-BD15-849F-EAF2-35BA0AB64A77}"/>
              </a:ext>
            </a:extLst>
          </p:cNvPr>
          <p:cNvGrpSpPr/>
          <p:nvPr/>
        </p:nvGrpSpPr>
        <p:grpSpPr>
          <a:xfrm>
            <a:off x="1189074" y="373559"/>
            <a:ext cx="7878726" cy="4731841"/>
            <a:chOff x="1189074" y="373559"/>
            <a:chExt cx="7878726" cy="4731841"/>
          </a:xfrm>
        </p:grpSpPr>
        <p:pic>
          <p:nvPicPr>
            <p:cNvPr id="2" name="Picture 1" descr="A group of people holding hands&#10;&#10;Description automatically generated">
              <a:extLst>
                <a:ext uri="{FF2B5EF4-FFF2-40B4-BE49-F238E27FC236}">
                  <a16:creationId xmlns:a16="http://schemas.microsoft.com/office/drawing/2014/main" id="{8BDCA2B3-0B96-76A9-7B7F-6FB6957879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5000" y="2590800"/>
              <a:ext cx="3352800" cy="2514600"/>
            </a:xfrm>
            <a:prstGeom prst="rect">
              <a:avLst/>
            </a:prstGeom>
          </p:spPr>
        </p:pic>
        <p:sp>
          <p:nvSpPr>
            <p:cNvPr id="5" name="TextBox 4">
              <a:extLst>
                <a:ext uri="{FF2B5EF4-FFF2-40B4-BE49-F238E27FC236}">
                  <a16:creationId xmlns:a16="http://schemas.microsoft.com/office/drawing/2014/main" id="{F6205D67-25B9-CAEF-4B95-9B918AD22D0E}"/>
                </a:ext>
              </a:extLst>
            </p:cNvPr>
            <p:cNvSpPr txBox="1"/>
            <p:nvPr/>
          </p:nvSpPr>
          <p:spPr>
            <a:xfrm>
              <a:off x="1189074" y="373559"/>
              <a:ext cx="6705600" cy="769441"/>
            </a:xfrm>
            <a:prstGeom prst="rect">
              <a:avLst/>
            </a:prstGeom>
            <a:noFill/>
          </p:spPr>
          <p:txBody>
            <a:bodyPr wrap="square">
              <a:spAutoFit/>
            </a:bodyPr>
            <a:lstStyle/>
            <a:p>
              <a:pPr algn="ctr"/>
              <a:r>
                <a:rPr lang="en-US" altLang="en-US" sz="4400" dirty="0">
                  <a:solidFill>
                    <a:schemeClr val="bg1"/>
                  </a:solidFill>
                </a:rPr>
                <a:t>Interactions: Cooperation</a:t>
              </a:r>
              <a:endParaRPr lang="en-US" dirty="0">
                <a:solidFill>
                  <a:schemeClr val="bg1"/>
                </a:solidFil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B9E415A-DC3B-2240-51E7-F9A086F722A9}"/>
              </a:ext>
            </a:extLst>
          </p:cNvPr>
          <p:cNvGrpSpPr/>
          <p:nvPr/>
        </p:nvGrpSpPr>
        <p:grpSpPr>
          <a:xfrm>
            <a:off x="1228060" y="533400"/>
            <a:ext cx="6772940" cy="5986272"/>
            <a:chOff x="1228060" y="533400"/>
            <a:chExt cx="6772940" cy="5986272"/>
          </a:xfrm>
        </p:grpSpPr>
        <p:pic>
          <p:nvPicPr>
            <p:cNvPr id="5" name="Picture 4">
              <a:extLst>
                <a:ext uri="{FF2B5EF4-FFF2-40B4-BE49-F238E27FC236}">
                  <a16:creationId xmlns:a16="http://schemas.microsoft.com/office/drawing/2014/main" id="{5A469873-2C75-F9CB-928C-9DFE0B19C8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3750" y="2227072"/>
              <a:ext cx="5016500" cy="4292600"/>
            </a:xfrm>
            <a:prstGeom prst="rect">
              <a:avLst/>
            </a:prstGeom>
          </p:spPr>
        </p:pic>
        <p:sp>
          <p:nvSpPr>
            <p:cNvPr id="6" name="TextBox 5">
              <a:extLst>
                <a:ext uri="{FF2B5EF4-FFF2-40B4-BE49-F238E27FC236}">
                  <a16:creationId xmlns:a16="http://schemas.microsoft.com/office/drawing/2014/main" id="{56227A38-B342-4085-DE09-6D525119461E}"/>
                </a:ext>
              </a:extLst>
            </p:cNvPr>
            <p:cNvSpPr txBox="1"/>
            <p:nvPr/>
          </p:nvSpPr>
          <p:spPr>
            <a:xfrm>
              <a:off x="1228060" y="533400"/>
              <a:ext cx="6772940" cy="769441"/>
            </a:xfrm>
            <a:prstGeom prst="rect">
              <a:avLst/>
            </a:prstGeom>
            <a:noFill/>
          </p:spPr>
          <p:txBody>
            <a:bodyPr wrap="square" rtlCol="0">
              <a:spAutoFit/>
            </a:bodyPr>
            <a:lstStyle/>
            <a:p>
              <a:pPr algn="ctr"/>
              <a:r>
                <a:rPr lang="en-US" sz="4400" dirty="0">
                  <a:solidFill>
                    <a:schemeClr val="bg1"/>
                  </a:solidFill>
                </a:rPr>
                <a:t>Interactions: Cooperation</a:t>
              </a:r>
            </a:p>
          </p:txBody>
        </p:sp>
      </p:grpSp>
    </p:spTree>
    <p:extLst>
      <p:ext uri="{BB962C8B-B14F-4D97-AF65-F5344CB8AC3E}">
        <p14:creationId xmlns:p14="http://schemas.microsoft.com/office/powerpoint/2010/main" val="1519801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0BD535-3C74-FB47-8FA0-12F32834A5B7}"/>
              </a:ext>
            </a:extLst>
          </p:cNvPr>
          <p:cNvSpPr>
            <a:spLocks noGrp="1"/>
          </p:cNvSpPr>
          <p:nvPr>
            <p:ph idx="1"/>
          </p:nvPr>
        </p:nvSpPr>
        <p:spPr>
          <a:xfrm>
            <a:off x="685800" y="1524000"/>
            <a:ext cx="7924799" cy="3450696"/>
          </a:xfrm>
        </p:spPr>
        <p:txBody>
          <a:bodyPr vert="horz" lIns="68580" tIns="34290" rIns="68580" bIns="34290" rtlCol="0" anchor="t">
            <a:noAutofit/>
          </a:bodyPr>
          <a:lstStyle/>
          <a:p>
            <a:pPr>
              <a:buFont typeface="Wingdings" pitchFamily="2" charset="2"/>
              <a:buChar char="q"/>
            </a:pPr>
            <a:r>
              <a:rPr lang="en-US" sz="2600" b="1" dirty="0">
                <a:cs typeface="Calibri"/>
              </a:rPr>
              <a:t>Bargaining: </a:t>
            </a:r>
            <a:r>
              <a:rPr lang="en-US" sz="2600" dirty="0">
                <a:cs typeface="Calibri"/>
              </a:rPr>
              <a:t>an interaction in which two or more actors must decide how to distribute something of value. </a:t>
            </a:r>
          </a:p>
          <a:p>
            <a:pPr>
              <a:buFont typeface="Wingdings" pitchFamily="2" charset="2"/>
              <a:buChar char="q"/>
            </a:pPr>
            <a:endParaRPr lang="en-US" sz="800" dirty="0">
              <a:cs typeface="Calibri"/>
            </a:endParaRPr>
          </a:p>
          <a:p>
            <a:pPr>
              <a:buFont typeface="Wingdings" pitchFamily="2" charset="2"/>
              <a:buChar char="q"/>
            </a:pPr>
            <a:r>
              <a:rPr lang="en-US" sz="2600" dirty="0">
                <a:cs typeface="Calibri"/>
              </a:rPr>
              <a:t>Characterized by distributional conflict</a:t>
            </a:r>
          </a:p>
          <a:p>
            <a:pPr lvl="1">
              <a:buFont typeface="Wingdings" pitchFamily="2" charset="2"/>
              <a:buChar char="Ø"/>
            </a:pPr>
            <a:r>
              <a:rPr lang="en-US" sz="2000" dirty="0">
                <a:cs typeface="Calibri"/>
              </a:rPr>
              <a:t>Each actor seeks a greater share of the good at the expense of the other</a:t>
            </a:r>
          </a:p>
          <a:p>
            <a:pPr>
              <a:buFont typeface="Wingdings" pitchFamily="2" charset="2"/>
              <a:buChar char="q"/>
            </a:pPr>
            <a:endParaRPr lang="en-US" sz="800" dirty="0">
              <a:cs typeface="Calibri"/>
            </a:endParaRPr>
          </a:p>
          <a:p>
            <a:pPr>
              <a:buFont typeface="Wingdings" pitchFamily="2" charset="2"/>
              <a:buChar char="q"/>
            </a:pPr>
            <a:r>
              <a:rPr lang="en-US" sz="2600" dirty="0">
                <a:cs typeface="Calibri"/>
              </a:rPr>
              <a:t>To reach a bargain, both sides must decide that a deal is better than the alternative.</a:t>
            </a:r>
          </a:p>
        </p:txBody>
      </p:sp>
      <p:grpSp>
        <p:nvGrpSpPr>
          <p:cNvPr id="4" name="Group 3">
            <a:extLst>
              <a:ext uri="{FF2B5EF4-FFF2-40B4-BE49-F238E27FC236}">
                <a16:creationId xmlns:a16="http://schemas.microsoft.com/office/drawing/2014/main" id="{F99ED3BE-E008-6A04-6887-D124AACF7E4E}"/>
              </a:ext>
            </a:extLst>
          </p:cNvPr>
          <p:cNvGrpSpPr/>
          <p:nvPr/>
        </p:nvGrpSpPr>
        <p:grpSpPr>
          <a:xfrm>
            <a:off x="1371600" y="525959"/>
            <a:ext cx="7609350" cy="6332041"/>
            <a:chOff x="1371600" y="525959"/>
            <a:chExt cx="7609350" cy="6332041"/>
          </a:xfrm>
        </p:grpSpPr>
        <p:pic>
          <p:nvPicPr>
            <p:cNvPr id="5" name="Picture 4" descr="A person holding a dollar bill&#10;&#10;Description automatically generated">
              <a:extLst>
                <a:ext uri="{FF2B5EF4-FFF2-40B4-BE49-F238E27FC236}">
                  <a16:creationId xmlns:a16="http://schemas.microsoft.com/office/drawing/2014/main" id="{5E0371AB-B758-7043-D7E6-C8C5CC46E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800" y="4624656"/>
              <a:ext cx="3342150" cy="2233344"/>
            </a:xfrm>
            <a:prstGeom prst="rect">
              <a:avLst/>
            </a:prstGeom>
          </p:spPr>
        </p:pic>
        <p:sp>
          <p:nvSpPr>
            <p:cNvPr id="6" name="TextBox 5">
              <a:extLst>
                <a:ext uri="{FF2B5EF4-FFF2-40B4-BE49-F238E27FC236}">
                  <a16:creationId xmlns:a16="http://schemas.microsoft.com/office/drawing/2014/main" id="{C8317D9C-1D28-416B-5F71-04F89E7B88A4}"/>
                </a:ext>
              </a:extLst>
            </p:cNvPr>
            <p:cNvSpPr txBox="1"/>
            <p:nvPr/>
          </p:nvSpPr>
          <p:spPr>
            <a:xfrm>
              <a:off x="1371600" y="525959"/>
              <a:ext cx="6553200" cy="769441"/>
            </a:xfrm>
            <a:prstGeom prst="rect">
              <a:avLst/>
            </a:prstGeom>
            <a:noFill/>
          </p:spPr>
          <p:txBody>
            <a:bodyPr wrap="square">
              <a:spAutoFit/>
            </a:bodyPr>
            <a:lstStyle/>
            <a:p>
              <a:pPr algn="ctr"/>
              <a:r>
                <a:rPr lang="en-US" sz="4400" dirty="0">
                  <a:solidFill>
                    <a:schemeClr val="bg1"/>
                  </a:solidFill>
                </a:rPr>
                <a:t>Interactions: Bargaining</a:t>
              </a:r>
              <a:endParaRPr lang="en-US" dirty="0">
                <a:solidFill>
                  <a:schemeClr val="bg1"/>
                </a:solidFill>
              </a:endParaRPr>
            </a:p>
          </p:txBody>
        </p:sp>
      </p:grpSp>
    </p:spTree>
    <p:extLst>
      <p:ext uri="{BB962C8B-B14F-4D97-AF65-F5344CB8AC3E}">
        <p14:creationId xmlns:p14="http://schemas.microsoft.com/office/powerpoint/2010/main" val="2149366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74AA579D-AB78-CB0C-AF87-EE6CD992F860}"/>
              </a:ext>
            </a:extLst>
          </p:cNvPr>
          <p:cNvGrpSpPr/>
          <p:nvPr/>
        </p:nvGrpSpPr>
        <p:grpSpPr>
          <a:xfrm>
            <a:off x="609600" y="533400"/>
            <a:ext cx="7772400" cy="5560759"/>
            <a:chOff x="609600" y="533400"/>
            <a:chExt cx="7772400" cy="5560759"/>
          </a:xfrm>
        </p:grpSpPr>
        <p:pic>
          <p:nvPicPr>
            <p:cNvPr id="20" name="Picture 19">
              <a:extLst>
                <a:ext uri="{FF2B5EF4-FFF2-40B4-BE49-F238E27FC236}">
                  <a16:creationId xmlns:a16="http://schemas.microsoft.com/office/drawing/2014/main" id="{13E68DFE-C05A-BF73-8B3B-5BE62B4568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2514600"/>
              <a:ext cx="7772400" cy="3579559"/>
            </a:xfrm>
            <a:prstGeom prst="rect">
              <a:avLst/>
            </a:prstGeom>
          </p:spPr>
        </p:pic>
        <p:sp>
          <p:nvSpPr>
            <p:cNvPr id="21" name="TextBox 20">
              <a:extLst>
                <a:ext uri="{FF2B5EF4-FFF2-40B4-BE49-F238E27FC236}">
                  <a16:creationId xmlns:a16="http://schemas.microsoft.com/office/drawing/2014/main" id="{4558F85E-9688-94E9-B66B-6B906D90DFE1}"/>
                </a:ext>
              </a:extLst>
            </p:cNvPr>
            <p:cNvSpPr txBox="1"/>
            <p:nvPr/>
          </p:nvSpPr>
          <p:spPr>
            <a:xfrm>
              <a:off x="1219200" y="533400"/>
              <a:ext cx="6553200" cy="769441"/>
            </a:xfrm>
            <a:prstGeom prst="rect">
              <a:avLst/>
            </a:prstGeom>
            <a:noFill/>
          </p:spPr>
          <p:txBody>
            <a:bodyPr wrap="square" rtlCol="0">
              <a:spAutoFit/>
            </a:bodyPr>
            <a:lstStyle/>
            <a:p>
              <a:pPr algn="ctr"/>
              <a:r>
                <a:rPr lang="en-US" sz="4400" dirty="0"/>
                <a:t>Interactions: Bargaining</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35A5C6-D8EE-E676-FCC2-98B1FD916712}"/>
              </a:ext>
            </a:extLst>
          </p:cNvPr>
          <p:cNvGrpSpPr/>
          <p:nvPr/>
        </p:nvGrpSpPr>
        <p:grpSpPr>
          <a:xfrm>
            <a:off x="304800" y="229850"/>
            <a:ext cx="8610600" cy="6410873"/>
            <a:chOff x="304800" y="229850"/>
            <a:chExt cx="8610600" cy="6410873"/>
          </a:xfrm>
        </p:grpSpPr>
        <p:sp>
          <p:nvSpPr>
            <p:cNvPr id="3" name="TextBox 2">
              <a:extLst>
                <a:ext uri="{FF2B5EF4-FFF2-40B4-BE49-F238E27FC236}">
                  <a16:creationId xmlns:a16="http://schemas.microsoft.com/office/drawing/2014/main" id="{392E3A8E-D4BA-B440-9D1F-4D724D3F0F1A}"/>
                </a:ext>
              </a:extLst>
            </p:cNvPr>
            <p:cNvSpPr txBox="1"/>
            <p:nvPr/>
          </p:nvSpPr>
          <p:spPr>
            <a:xfrm>
              <a:off x="304800" y="229850"/>
              <a:ext cx="8610600" cy="1384995"/>
            </a:xfrm>
            <a:prstGeom prst="rect">
              <a:avLst/>
            </a:prstGeom>
            <a:noFill/>
          </p:spPr>
          <p:txBody>
            <a:bodyPr wrap="square">
              <a:spAutoFit/>
            </a:bodyPr>
            <a:lstStyle/>
            <a:p>
              <a:pPr algn="ctr"/>
              <a:r>
                <a:rPr lang="en-US" altLang="en-US" sz="4200" dirty="0">
                  <a:solidFill>
                    <a:schemeClr val="bg1"/>
                  </a:solidFill>
                </a:rPr>
                <a:t>Interactions: Cooperation and Bargaining</a:t>
              </a:r>
              <a:endParaRPr lang="en-US" sz="4200" dirty="0">
                <a:solidFill>
                  <a:schemeClr val="bg1"/>
                </a:solidFill>
              </a:endParaRPr>
            </a:p>
          </p:txBody>
        </p:sp>
        <p:pic>
          <p:nvPicPr>
            <p:cNvPr id="8" name="Picture 7">
              <a:extLst>
                <a:ext uri="{FF2B5EF4-FFF2-40B4-BE49-F238E27FC236}">
                  <a16:creationId xmlns:a16="http://schemas.microsoft.com/office/drawing/2014/main" id="{3FCE689B-46B8-3380-F06E-9B9B78ECB8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1200" y="2221123"/>
              <a:ext cx="5384800" cy="4419600"/>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title"/>
          </p:nvPr>
        </p:nvSpPr>
        <p:spPr/>
        <p:txBody>
          <a:bodyPr>
            <a:normAutofit/>
          </a:bodyPr>
          <a:lstStyle/>
          <a:p>
            <a:r>
              <a:rPr lang="en-US" altLang="en-US" dirty="0"/>
              <a:t>When Can Actors Cooperate? </a:t>
            </a:r>
          </a:p>
        </p:txBody>
      </p:sp>
      <p:sp>
        <p:nvSpPr>
          <p:cNvPr id="40962" name="Content Placeholder 2"/>
          <p:cNvSpPr>
            <a:spLocks noGrp="1"/>
          </p:cNvSpPr>
          <p:nvPr>
            <p:ph idx="1"/>
          </p:nvPr>
        </p:nvSpPr>
        <p:spPr>
          <a:xfrm>
            <a:off x="628650" y="1949844"/>
            <a:ext cx="7886700" cy="4050907"/>
          </a:xfrm>
        </p:spPr>
        <p:txBody>
          <a:bodyPr vert="horz" lIns="68580" tIns="34290" rIns="68580" bIns="34290" rtlCol="0" anchor="t">
            <a:normAutofit/>
          </a:bodyPr>
          <a:lstStyle/>
          <a:p>
            <a:pPr>
              <a:buFont typeface="Wingdings" pitchFamily="2" charset="2"/>
              <a:buChar char="q"/>
            </a:pPr>
            <a:r>
              <a:rPr lang="en-US" altLang="en-US" b="1" dirty="0">
                <a:cs typeface="Calibri"/>
              </a:rPr>
              <a:t>Coordination: </a:t>
            </a:r>
            <a:r>
              <a:rPr lang="en-US" dirty="0">
                <a:cs typeface="Calibri"/>
              </a:rPr>
              <a:t>A type of cooperative interaction in which actors benefit from all making the same choices and subsequently have no incentive not to comply.</a:t>
            </a:r>
            <a:endParaRPr lang="en-US" altLang="en-US" dirty="0"/>
          </a:p>
          <a:p>
            <a:pPr marL="714375" lvl="1" indent="-285750">
              <a:buFont typeface="Wingdings" pitchFamily="2" charset="2"/>
              <a:buChar char="Ø"/>
            </a:pPr>
            <a:r>
              <a:rPr lang="en-US" altLang="en-US" sz="1800" dirty="0">
                <a:cs typeface="Calibri"/>
              </a:rPr>
              <a:t>Cooperation is self sustaining, as no one can benefit by defecting.</a:t>
            </a:r>
          </a:p>
          <a:p>
            <a:pPr marL="714375" lvl="1" indent="-285750">
              <a:buFont typeface="Wingdings" pitchFamily="2" charset="2"/>
              <a:buChar char="Ø"/>
            </a:pPr>
            <a:r>
              <a:rPr lang="en-US" altLang="en-US" sz="1800" dirty="0">
                <a:cs typeface="Calibri"/>
              </a:rPr>
              <a:t>E.g., everybody drives on the left or right side of the road.</a:t>
            </a:r>
          </a:p>
          <a:p>
            <a:pPr marL="685800" lvl="1" indent="-257175">
              <a:buFont typeface="Wingdings"/>
              <a:buChar char="§"/>
            </a:pPr>
            <a:endParaRPr lang="en-US" altLang="en-US" sz="2000" dirty="0"/>
          </a:p>
          <a:p>
            <a:pPr>
              <a:buFont typeface="Wingdings" pitchFamily="2" charset="2"/>
              <a:buChar char="q"/>
            </a:pPr>
            <a:r>
              <a:rPr lang="en-US" altLang="en-US" b="1" dirty="0">
                <a:cs typeface="Calibri"/>
              </a:rPr>
              <a:t>Collaboration</a:t>
            </a:r>
            <a:r>
              <a:rPr lang="en-US" altLang="en-US" dirty="0">
                <a:cs typeface="Calibri"/>
              </a:rPr>
              <a:t>: </a:t>
            </a:r>
            <a:r>
              <a:rPr lang="en-US" dirty="0">
                <a:cs typeface="Calibri"/>
              </a:rPr>
              <a:t>A type of cooperative interaction in which actors gain from working together but nonetheless have incentives not to comply with any agreement.</a:t>
            </a:r>
          </a:p>
          <a:p>
            <a:pPr marL="685800" lvl="1" indent="-257175">
              <a:buFont typeface="Wingdings"/>
              <a:buChar char="§"/>
            </a:pPr>
            <a:r>
              <a:rPr lang="en-US" sz="1800" dirty="0">
                <a:cs typeface="Calibri"/>
              </a:rPr>
              <a:t>Exemplified by the Prisoner’s Dilemma</a:t>
            </a:r>
            <a:endParaRPr lang="en-US" sz="1800" dirty="0"/>
          </a:p>
          <a:p>
            <a:endParaRPr lang="en-US"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33600"/>
            <a:ext cx="8305800" cy="4038600"/>
          </a:xfrm>
        </p:spPr>
        <p:txBody>
          <a:bodyPr>
            <a:normAutofit/>
          </a:bodyPr>
          <a:lstStyle/>
          <a:p>
            <a:pPr>
              <a:buFont typeface="Wingdings" panose="05000000000000000000" pitchFamily="2" charset="2"/>
              <a:buChar char="q"/>
            </a:pPr>
            <a:r>
              <a:rPr lang="en-US" dirty="0"/>
              <a:t>Scenario</a:t>
            </a:r>
          </a:p>
          <a:p>
            <a:pPr lvl="1">
              <a:buFont typeface="Wingdings" pitchFamily="2" charset="2"/>
              <a:buChar char="Ø"/>
            </a:pPr>
            <a:r>
              <a:rPr lang="en-US" sz="1900" dirty="0"/>
              <a:t>Two suspects in a major crime are held in separate cells. There is enough evidence to convict each of them of a minor offense, but not enough evidence to convict either of them of the major crime unless one of them acts as informer against the other (finks). If they both stay quiet, each will be convicted of the minor offense and spend 1 year in prison. If one and only one of them finks, the person will be freed and used as a witness against the other, who will spend 5 years in prison. If they both fink, each will spend 3 years in prison. </a:t>
            </a:r>
          </a:p>
          <a:p>
            <a:pPr lvl="1">
              <a:buFont typeface="Wingdings" pitchFamily="2" charset="2"/>
              <a:buChar char="Ø"/>
            </a:pPr>
            <a:endParaRPr lang="en-US" sz="900" dirty="0"/>
          </a:p>
          <a:p>
            <a:endParaRPr lang="en-US" sz="1900" dirty="0"/>
          </a:p>
        </p:txBody>
      </p:sp>
      <p:sp>
        <p:nvSpPr>
          <p:cNvPr id="2" name="Title 1"/>
          <p:cNvSpPr>
            <a:spLocks noGrp="1"/>
          </p:cNvSpPr>
          <p:nvPr>
            <p:ph type="title"/>
          </p:nvPr>
        </p:nvSpPr>
        <p:spPr/>
        <p:txBody>
          <a:bodyPr/>
          <a:lstStyle/>
          <a:p>
            <a:r>
              <a:rPr lang="en-US" dirty="0"/>
              <a:t>The Prisoners’ Dilemma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2067" y="1981200"/>
            <a:ext cx="7408333" cy="4419600"/>
          </a:xfrm>
        </p:spPr>
        <p:txBody>
          <a:bodyPr>
            <a:normAutofit/>
          </a:bodyPr>
          <a:lstStyle/>
          <a:p>
            <a:pPr>
              <a:buFont typeface="Wingdings" pitchFamily="2" charset="2"/>
              <a:buChar char="q"/>
            </a:pPr>
            <a:r>
              <a:rPr lang="en-US" dirty="0"/>
              <a:t>Components of a strategic game:</a:t>
            </a:r>
          </a:p>
          <a:p>
            <a:pPr lvl="1">
              <a:buFont typeface="Wingdings" pitchFamily="2" charset="2"/>
              <a:buChar char="Ø"/>
            </a:pPr>
            <a:r>
              <a:rPr lang="en-US" sz="2000" dirty="0"/>
              <a:t>A set of players</a:t>
            </a:r>
          </a:p>
          <a:p>
            <a:pPr lvl="1">
              <a:buFont typeface="Wingdings" pitchFamily="2" charset="2"/>
              <a:buChar char="Ø"/>
            </a:pPr>
            <a:r>
              <a:rPr lang="en-US" sz="2000" dirty="0"/>
              <a:t>A set of strategies (actions) for each player</a:t>
            </a:r>
          </a:p>
          <a:p>
            <a:pPr lvl="2">
              <a:buClr>
                <a:schemeClr val="bg2">
                  <a:lumMod val="50000"/>
                </a:schemeClr>
              </a:buClr>
              <a:buFont typeface="Wingdings" pitchFamily="2" charset="2"/>
              <a:buChar char="v"/>
            </a:pPr>
            <a:r>
              <a:rPr lang="en-US" sz="1600" dirty="0"/>
              <a:t>Dominant strategy—a single strategy that always returns a higher payoff than all other strategy choices.</a:t>
            </a:r>
          </a:p>
          <a:p>
            <a:pPr lvl="1">
              <a:buFont typeface="Wingdings" pitchFamily="2" charset="2"/>
              <a:buChar char="Ø"/>
            </a:pPr>
            <a:r>
              <a:rPr lang="en-US" sz="2000" dirty="0"/>
              <a:t>Preferences over the set of action profiles.</a:t>
            </a:r>
          </a:p>
          <a:p>
            <a:pPr lvl="2">
              <a:buFont typeface="Wingdings" pitchFamily="2" charset="2"/>
              <a:buChar char="v"/>
            </a:pPr>
            <a:endParaRPr lang="en-US" sz="1800" dirty="0"/>
          </a:p>
          <a:p>
            <a:pPr>
              <a:buFont typeface="Wingdings" pitchFamily="2" charset="2"/>
              <a:buChar char="q"/>
            </a:pPr>
            <a:r>
              <a:rPr lang="en-US" dirty="0"/>
              <a:t>The Prisoners’ Dilemma models </a:t>
            </a:r>
          </a:p>
          <a:p>
            <a:pPr lvl="1">
              <a:buFont typeface="Wingdings" pitchFamily="2" charset="2"/>
              <a:buChar char="Ø"/>
            </a:pPr>
            <a:r>
              <a:rPr lang="en-US" sz="1800" dirty="0"/>
              <a:t>a situation in where there are gains from cooperation but each has an incentive to “free ride” whatever the other player does.</a:t>
            </a:r>
          </a:p>
        </p:txBody>
      </p:sp>
      <p:sp>
        <p:nvSpPr>
          <p:cNvPr id="2" name="Title 1"/>
          <p:cNvSpPr>
            <a:spLocks noGrp="1"/>
          </p:cNvSpPr>
          <p:nvPr>
            <p:ph type="title"/>
          </p:nvPr>
        </p:nvSpPr>
        <p:spPr/>
        <p:txBody>
          <a:bodyPr>
            <a:normAutofit/>
          </a:bodyPr>
          <a:lstStyle/>
          <a:p>
            <a:r>
              <a:rPr lang="en-US" dirty="0"/>
              <a:t>The Prisoners’ Dilemma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533401" y="3505200"/>
                <a:ext cx="8077200" cy="2620963"/>
              </a:xfrm>
            </p:spPr>
            <p:txBody>
              <a:bodyPr>
                <a:normAutofit fontScale="92500" lnSpcReduction="20000"/>
              </a:bodyPr>
              <a:lstStyle/>
              <a:p>
                <a:pPr>
                  <a:buFont typeface="Wingdings" panose="05000000000000000000" pitchFamily="2" charset="2"/>
                  <a:buChar char="q"/>
                </a:pPr>
                <a:r>
                  <a:rPr lang="en-US" dirty="0"/>
                  <a:t>Players: the two suspects</a:t>
                </a:r>
              </a:p>
              <a:p>
                <a:endParaRPr lang="en-US" sz="900" dirty="0"/>
              </a:p>
              <a:p>
                <a:pPr>
                  <a:buFont typeface="Wingdings" panose="05000000000000000000" pitchFamily="2" charset="2"/>
                  <a:buChar char="q"/>
                </a:pPr>
                <a:r>
                  <a:rPr lang="en-US" dirty="0"/>
                  <a:t>Each player’s set of strategies:  {Quiet, Fink}</a:t>
                </a:r>
              </a:p>
              <a:p>
                <a:endParaRPr lang="en-US" sz="900" dirty="0"/>
              </a:p>
              <a:p>
                <a:pPr>
                  <a:buFont typeface="Wingdings" panose="05000000000000000000" pitchFamily="2" charset="2"/>
                  <a:buChar char="q"/>
                </a:pPr>
                <a:r>
                  <a:rPr lang="en-US" dirty="0"/>
                  <a:t>Preferences:</a:t>
                </a:r>
              </a:p>
              <a:p>
                <a:pPr lvl="1">
                  <a:buFont typeface="Wingdings" pitchFamily="2" charset="2"/>
                  <a:buChar char="Ø"/>
                </a:pPr>
                <a:r>
                  <a:rPr lang="en-US" dirty="0"/>
                  <a:t>Suspect 1: </a:t>
                </a:r>
                <a14:m>
                  <m:oMath xmlns:m="http://schemas.openxmlformats.org/officeDocument/2006/math">
                    <m:sSub>
                      <m:sSubPr>
                        <m:ctrlPr>
                          <a:rPr lang="en-US" sz="1900" i="1">
                            <a:latin typeface="Cambria Math"/>
                          </a:rPr>
                        </m:ctrlPr>
                      </m:sSubPr>
                      <m:e>
                        <m:r>
                          <a:rPr lang="en-US" sz="1900" i="1">
                            <a:latin typeface="Cambria Math"/>
                          </a:rPr>
                          <m:t>𝑢</m:t>
                        </m:r>
                      </m:e>
                      <m:sub>
                        <m:r>
                          <a:rPr lang="en-US" sz="1900" i="1">
                            <a:latin typeface="Cambria Math"/>
                          </a:rPr>
                          <m:t>1</m:t>
                        </m:r>
                      </m:sub>
                    </m:sSub>
                    <m:d>
                      <m:dPr>
                        <m:ctrlPr>
                          <a:rPr lang="en-US" sz="1900" i="1">
                            <a:latin typeface="Cambria Math"/>
                          </a:rPr>
                        </m:ctrlPr>
                      </m:dPr>
                      <m:e>
                        <m:r>
                          <a:rPr lang="en-US" sz="1900" i="1">
                            <a:latin typeface="Cambria Math"/>
                          </a:rPr>
                          <m:t>𝐹𝑖𝑛𝑘</m:t>
                        </m:r>
                        <m:r>
                          <a:rPr lang="en-US" sz="1900" i="1">
                            <a:latin typeface="Cambria Math"/>
                          </a:rPr>
                          <m:t>, </m:t>
                        </m:r>
                        <m:r>
                          <a:rPr lang="en-US" sz="1900" i="1">
                            <a:latin typeface="Cambria Math"/>
                          </a:rPr>
                          <m:t>𝑄𝑢𝑖𝑒𝑡</m:t>
                        </m:r>
                      </m:e>
                    </m:d>
                    <m:r>
                      <a:rPr lang="en-US" sz="1900" i="1">
                        <a:latin typeface="Cambria Math"/>
                      </a:rPr>
                      <m:t>&gt;</m:t>
                    </m:r>
                    <m:sSub>
                      <m:sSubPr>
                        <m:ctrlPr>
                          <a:rPr lang="en-US" sz="1900" i="1">
                            <a:latin typeface="Cambria Math"/>
                          </a:rPr>
                        </m:ctrlPr>
                      </m:sSubPr>
                      <m:e>
                        <m:r>
                          <a:rPr lang="en-US" sz="1900" i="1">
                            <a:latin typeface="Cambria Math"/>
                          </a:rPr>
                          <m:t>𝑢</m:t>
                        </m:r>
                      </m:e>
                      <m:sub>
                        <m:r>
                          <a:rPr lang="en-US" sz="1900" i="1">
                            <a:latin typeface="Cambria Math"/>
                          </a:rPr>
                          <m:t>1</m:t>
                        </m:r>
                      </m:sub>
                    </m:sSub>
                    <m:d>
                      <m:dPr>
                        <m:ctrlPr>
                          <a:rPr lang="en-US" sz="1900" i="1">
                            <a:latin typeface="Cambria Math"/>
                          </a:rPr>
                        </m:ctrlPr>
                      </m:dPr>
                      <m:e>
                        <m:r>
                          <a:rPr lang="en-US" sz="1900" i="1">
                            <a:latin typeface="Cambria Math"/>
                          </a:rPr>
                          <m:t>𝑄𝑢𝑖𝑒𝑡</m:t>
                        </m:r>
                        <m:r>
                          <a:rPr lang="en-US" sz="1900" i="1">
                            <a:latin typeface="Cambria Math"/>
                          </a:rPr>
                          <m:t>, </m:t>
                        </m:r>
                        <m:r>
                          <a:rPr lang="en-US" sz="1900" i="1">
                            <a:latin typeface="Cambria Math"/>
                          </a:rPr>
                          <m:t>𝑄𝑢𝑖𝑒𝑡</m:t>
                        </m:r>
                      </m:e>
                    </m:d>
                  </m:oMath>
                </a14:m>
                <a:r>
                  <a:rPr lang="en-US" sz="1900" dirty="0"/>
                  <a:t>&gt;</a:t>
                </a:r>
                <a14:m>
                  <m:oMath xmlns:m="http://schemas.openxmlformats.org/officeDocument/2006/math">
                    <m:sSub>
                      <m:sSubPr>
                        <m:ctrlPr>
                          <a:rPr lang="en-US" sz="1900" i="1">
                            <a:latin typeface="Cambria Math"/>
                          </a:rPr>
                        </m:ctrlPr>
                      </m:sSubPr>
                      <m:e>
                        <m:r>
                          <a:rPr lang="en-US" sz="1900" i="1">
                            <a:latin typeface="Cambria Math"/>
                          </a:rPr>
                          <m:t>𝑢</m:t>
                        </m:r>
                      </m:e>
                      <m:sub>
                        <m:r>
                          <a:rPr lang="en-US" sz="1900" i="1">
                            <a:latin typeface="Cambria Math"/>
                          </a:rPr>
                          <m:t>1</m:t>
                        </m:r>
                      </m:sub>
                    </m:sSub>
                    <m:d>
                      <m:dPr>
                        <m:ctrlPr>
                          <a:rPr lang="en-US" sz="1900" i="1">
                            <a:latin typeface="Cambria Math"/>
                          </a:rPr>
                        </m:ctrlPr>
                      </m:dPr>
                      <m:e>
                        <m:r>
                          <a:rPr lang="en-US" sz="1900" i="1">
                            <a:latin typeface="Cambria Math"/>
                          </a:rPr>
                          <m:t>𝐹𝑖𝑛𝑘</m:t>
                        </m:r>
                        <m:r>
                          <a:rPr lang="en-US" sz="1900" i="1">
                            <a:latin typeface="Cambria Math"/>
                          </a:rPr>
                          <m:t>, </m:t>
                        </m:r>
                        <m:r>
                          <a:rPr lang="en-US" sz="1900" i="1">
                            <a:latin typeface="Cambria Math"/>
                          </a:rPr>
                          <m:t>𝐹𝑖𝑛𝑘</m:t>
                        </m:r>
                      </m:e>
                    </m:d>
                  </m:oMath>
                </a14:m>
                <a:r>
                  <a:rPr lang="en-US" sz="1900" dirty="0"/>
                  <a:t>&gt;</a:t>
                </a:r>
                <a14:m>
                  <m:oMath xmlns:m="http://schemas.openxmlformats.org/officeDocument/2006/math">
                    <m:sSub>
                      <m:sSubPr>
                        <m:ctrlPr>
                          <a:rPr lang="en-US" sz="1900" i="1">
                            <a:latin typeface="Cambria Math"/>
                          </a:rPr>
                        </m:ctrlPr>
                      </m:sSubPr>
                      <m:e>
                        <m:r>
                          <a:rPr lang="en-US" sz="1900" i="1">
                            <a:latin typeface="Cambria Math"/>
                          </a:rPr>
                          <m:t>𝑢</m:t>
                        </m:r>
                      </m:e>
                      <m:sub>
                        <m:r>
                          <a:rPr lang="en-US" sz="1900" i="1">
                            <a:latin typeface="Cambria Math"/>
                          </a:rPr>
                          <m:t>1</m:t>
                        </m:r>
                      </m:sub>
                    </m:sSub>
                    <m:d>
                      <m:dPr>
                        <m:ctrlPr>
                          <a:rPr lang="en-US" sz="1900" i="1">
                            <a:latin typeface="Cambria Math"/>
                          </a:rPr>
                        </m:ctrlPr>
                      </m:dPr>
                      <m:e>
                        <m:r>
                          <a:rPr lang="en-US" sz="1900" i="1">
                            <a:latin typeface="Cambria Math"/>
                          </a:rPr>
                          <m:t>𝑄𝑢𝑖𝑒𝑡</m:t>
                        </m:r>
                        <m:r>
                          <a:rPr lang="en-US" sz="1900" i="1">
                            <a:latin typeface="Cambria Math"/>
                          </a:rPr>
                          <m:t>,</m:t>
                        </m:r>
                        <m:r>
                          <a:rPr lang="en-US" sz="1900" i="1">
                            <a:latin typeface="Cambria Math"/>
                          </a:rPr>
                          <m:t>𝐹𝑖𝑛𝑘</m:t>
                        </m:r>
                      </m:e>
                    </m:d>
                  </m:oMath>
                </a14:m>
                <a:endParaRPr lang="en-US" dirty="0"/>
              </a:p>
              <a:p>
                <a:pPr lvl="1">
                  <a:buFont typeface="Wingdings" pitchFamily="2" charset="2"/>
                  <a:buChar char="Ø"/>
                </a:pPr>
                <a:endParaRPr lang="en-US" sz="900" dirty="0"/>
              </a:p>
              <a:p>
                <a:pPr lvl="1">
                  <a:buFont typeface="Wingdings" pitchFamily="2" charset="2"/>
                  <a:buChar char="Ø"/>
                </a:pPr>
                <a:r>
                  <a:rPr lang="en-US" dirty="0"/>
                  <a:t>Suspect 2:</a:t>
                </a:r>
              </a:p>
              <a:p>
                <a:pPr marL="320040" lvl="1" indent="0">
                  <a:buNone/>
                </a:pPr>
                <a:r>
                  <a:rPr lang="en-US" sz="1900" dirty="0"/>
                  <a:t>     </a:t>
                </a:r>
                <a14:m>
                  <m:oMath xmlns:m="http://schemas.openxmlformats.org/officeDocument/2006/math">
                    <m:sSub>
                      <m:sSubPr>
                        <m:ctrlPr>
                          <a:rPr lang="en-US" sz="1900" i="1">
                            <a:latin typeface="Cambria Math"/>
                          </a:rPr>
                        </m:ctrlPr>
                      </m:sSubPr>
                      <m:e>
                        <m:r>
                          <a:rPr lang="en-US" sz="1900" i="1">
                            <a:latin typeface="Cambria Math"/>
                          </a:rPr>
                          <m:t>𝑢</m:t>
                        </m:r>
                      </m:e>
                      <m:sub>
                        <m:r>
                          <a:rPr lang="en-US" sz="1900" i="1">
                            <a:latin typeface="Cambria Math"/>
                          </a:rPr>
                          <m:t>2</m:t>
                        </m:r>
                      </m:sub>
                    </m:sSub>
                    <m:d>
                      <m:dPr>
                        <m:ctrlPr>
                          <a:rPr lang="en-US" sz="1900" i="1">
                            <a:latin typeface="Cambria Math"/>
                          </a:rPr>
                        </m:ctrlPr>
                      </m:dPr>
                      <m:e>
                        <m:r>
                          <a:rPr lang="en-US" sz="1900" i="1">
                            <a:latin typeface="Cambria Math"/>
                          </a:rPr>
                          <m:t>𝑄𝑢𝑖𝑒𝑡</m:t>
                        </m:r>
                        <m:r>
                          <a:rPr lang="en-US" sz="1900" i="1">
                            <a:latin typeface="Cambria Math"/>
                          </a:rPr>
                          <m:t>, </m:t>
                        </m:r>
                        <m:r>
                          <a:rPr lang="en-US" sz="1900" i="1">
                            <a:latin typeface="Cambria Math"/>
                          </a:rPr>
                          <m:t>𝐹𝑖𝑛𝑘</m:t>
                        </m:r>
                      </m:e>
                    </m:d>
                    <m:r>
                      <a:rPr lang="en-US" sz="1900" i="1">
                        <a:latin typeface="Cambria Math"/>
                      </a:rPr>
                      <m:t>&gt;</m:t>
                    </m:r>
                    <m:sSub>
                      <m:sSubPr>
                        <m:ctrlPr>
                          <a:rPr lang="en-US" sz="1900" i="1">
                            <a:latin typeface="Cambria Math"/>
                          </a:rPr>
                        </m:ctrlPr>
                      </m:sSubPr>
                      <m:e>
                        <m:r>
                          <a:rPr lang="en-US" sz="1900" i="1">
                            <a:latin typeface="Cambria Math"/>
                          </a:rPr>
                          <m:t>𝑢</m:t>
                        </m:r>
                      </m:e>
                      <m:sub>
                        <m:r>
                          <a:rPr lang="en-US" sz="1900" i="1">
                            <a:latin typeface="Cambria Math"/>
                          </a:rPr>
                          <m:t>2</m:t>
                        </m:r>
                      </m:sub>
                    </m:sSub>
                    <m:d>
                      <m:dPr>
                        <m:ctrlPr>
                          <a:rPr lang="en-US" sz="1900" i="1">
                            <a:latin typeface="Cambria Math"/>
                          </a:rPr>
                        </m:ctrlPr>
                      </m:dPr>
                      <m:e>
                        <m:r>
                          <a:rPr lang="en-US" sz="1900" i="1">
                            <a:latin typeface="Cambria Math"/>
                          </a:rPr>
                          <m:t>𝑄𝑢𝑖𝑒𝑡</m:t>
                        </m:r>
                        <m:r>
                          <a:rPr lang="en-US" sz="1900" i="1">
                            <a:latin typeface="Cambria Math"/>
                          </a:rPr>
                          <m:t>, </m:t>
                        </m:r>
                        <m:r>
                          <a:rPr lang="en-US" sz="1900" b="0" i="1" smtClean="0">
                            <a:latin typeface="Cambria Math"/>
                          </a:rPr>
                          <m:t>𝑄𝑢𝑖𝑒𝑡</m:t>
                        </m:r>
                      </m:e>
                    </m:d>
                  </m:oMath>
                </a14:m>
                <a:r>
                  <a:rPr lang="en-US" sz="1900" dirty="0"/>
                  <a:t>&gt;</a:t>
                </a:r>
                <a14:m>
                  <m:oMath xmlns:m="http://schemas.openxmlformats.org/officeDocument/2006/math">
                    <m:sSub>
                      <m:sSubPr>
                        <m:ctrlPr>
                          <a:rPr lang="en-US" sz="1900" i="1">
                            <a:latin typeface="Cambria Math"/>
                          </a:rPr>
                        </m:ctrlPr>
                      </m:sSubPr>
                      <m:e>
                        <m:r>
                          <a:rPr lang="en-US" sz="1900" i="1">
                            <a:latin typeface="Cambria Math"/>
                          </a:rPr>
                          <m:t>𝑢</m:t>
                        </m:r>
                      </m:e>
                      <m:sub>
                        <m:r>
                          <a:rPr lang="en-US" sz="1900" i="1">
                            <a:latin typeface="Cambria Math"/>
                          </a:rPr>
                          <m:t>2</m:t>
                        </m:r>
                      </m:sub>
                    </m:sSub>
                    <m:d>
                      <m:dPr>
                        <m:ctrlPr>
                          <a:rPr lang="en-US" sz="1900" b="0" i="1" smtClean="0">
                            <a:latin typeface="Cambria Math"/>
                          </a:rPr>
                        </m:ctrlPr>
                      </m:dPr>
                      <m:e>
                        <m:r>
                          <a:rPr lang="en-US" sz="1900" b="0" i="1" smtClean="0">
                            <a:latin typeface="Cambria Math"/>
                          </a:rPr>
                          <m:t>𝐹𝑖𝑛𝑘</m:t>
                        </m:r>
                        <m:r>
                          <a:rPr lang="en-US" sz="1900" i="1">
                            <a:latin typeface="Cambria Math"/>
                          </a:rPr>
                          <m:t>, </m:t>
                        </m:r>
                        <m:r>
                          <a:rPr lang="en-US" sz="1900" i="1">
                            <a:latin typeface="Cambria Math"/>
                          </a:rPr>
                          <m:t>𝐹𝑖𝑛𝑘</m:t>
                        </m:r>
                      </m:e>
                    </m:d>
                  </m:oMath>
                </a14:m>
                <a:r>
                  <a:rPr lang="en-US" sz="1900" dirty="0"/>
                  <a:t>&gt;</a:t>
                </a:r>
                <a14:m>
                  <m:oMath xmlns:m="http://schemas.openxmlformats.org/officeDocument/2006/math">
                    <m:sSub>
                      <m:sSubPr>
                        <m:ctrlPr>
                          <a:rPr lang="en-US" sz="1900" i="1">
                            <a:latin typeface="Cambria Math"/>
                          </a:rPr>
                        </m:ctrlPr>
                      </m:sSubPr>
                      <m:e>
                        <m:r>
                          <a:rPr lang="en-US" sz="1900" i="1">
                            <a:latin typeface="Cambria Math"/>
                          </a:rPr>
                          <m:t>𝑢</m:t>
                        </m:r>
                      </m:e>
                      <m:sub>
                        <m:r>
                          <a:rPr lang="en-US" sz="1900" i="1">
                            <a:latin typeface="Cambria Math"/>
                          </a:rPr>
                          <m:t>2</m:t>
                        </m:r>
                      </m:sub>
                    </m:sSub>
                    <m:d>
                      <m:dPr>
                        <m:ctrlPr>
                          <a:rPr lang="en-US" sz="1900" i="1">
                            <a:latin typeface="Cambria Math"/>
                          </a:rPr>
                        </m:ctrlPr>
                      </m:dPr>
                      <m:e>
                        <m:r>
                          <a:rPr lang="en-US" sz="1900" i="1">
                            <a:latin typeface="Cambria Math"/>
                          </a:rPr>
                          <m:t>𝐹𝑖𝑛𝑘</m:t>
                        </m:r>
                        <m:r>
                          <a:rPr lang="en-US" sz="1900" i="1">
                            <a:latin typeface="Cambria Math"/>
                          </a:rPr>
                          <m:t>, </m:t>
                        </m:r>
                        <m:r>
                          <a:rPr lang="en-US" sz="1900" i="1">
                            <a:latin typeface="Cambria Math"/>
                          </a:rPr>
                          <m:t>𝑄𝑢𝑖𝑒𝑡</m:t>
                        </m:r>
                      </m:e>
                    </m:d>
                  </m:oMath>
                </a14:m>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533401" y="3505200"/>
                <a:ext cx="8077200" cy="2620963"/>
              </a:xfrm>
              <a:blipFill>
                <a:blip r:embed="rId2"/>
                <a:stretch>
                  <a:fillRect l="-830" t="-3953"/>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The Prisoners’ Dilemma</a:t>
            </a:r>
          </a:p>
        </p:txBody>
      </p:sp>
      <p:graphicFrame>
        <p:nvGraphicFramePr>
          <p:cNvPr id="5" name="Table 4"/>
          <p:cNvGraphicFramePr>
            <a:graphicFrameLocks noGrp="1"/>
          </p:cNvGraphicFramePr>
          <p:nvPr/>
        </p:nvGraphicFramePr>
        <p:xfrm>
          <a:off x="1295400" y="1447800"/>
          <a:ext cx="6705600" cy="18796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tblGrid>
              <a:tr h="469900">
                <a:tc>
                  <a:txBody>
                    <a:bodyPr/>
                    <a:lstStyle/>
                    <a:p>
                      <a:pPr algn="ctr"/>
                      <a:endParaRPr lang="en-US" sz="2000" dirty="0"/>
                    </a:p>
                  </a:txBody>
                  <a:tcPr/>
                </a:tc>
                <a:tc gridSpan="3">
                  <a:txBody>
                    <a:bodyPr/>
                    <a:lstStyle/>
                    <a:p>
                      <a:pPr algn="ctr"/>
                      <a:r>
                        <a:rPr lang="en-US" sz="2000" dirty="0"/>
                        <a:t>Suspect</a:t>
                      </a:r>
                      <a:r>
                        <a:rPr lang="en-US" sz="2000" baseline="0" dirty="0"/>
                        <a:t> 2</a:t>
                      </a:r>
                      <a:endParaRPr lang="en-US" sz="2000"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469900">
                <a:tc rowSpan="3">
                  <a:txBody>
                    <a:bodyPr/>
                    <a:lstStyle/>
                    <a:p>
                      <a:pPr algn="ctr"/>
                      <a:endParaRPr lang="en-US" sz="2000" dirty="0">
                        <a:solidFill>
                          <a:schemeClr val="tx2"/>
                        </a:solidFill>
                      </a:endParaRPr>
                    </a:p>
                    <a:p>
                      <a:pPr algn="ctr"/>
                      <a:r>
                        <a:rPr lang="en-US" sz="2000" dirty="0">
                          <a:solidFill>
                            <a:schemeClr val="tx2"/>
                          </a:solidFill>
                        </a:rPr>
                        <a:t>Suspect</a:t>
                      </a:r>
                      <a:r>
                        <a:rPr lang="en-US" sz="2000" baseline="0" dirty="0">
                          <a:solidFill>
                            <a:schemeClr val="tx2"/>
                          </a:solidFill>
                        </a:rPr>
                        <a:t> 1</a:t>
                      </a:r>
                      <a:endParaRPr lang="en-US" sz="2000" dirty="0">
                        <a:solidFill>
                          <a:schemeClr val="tx2"/>
                        </a:solidFill>
                      </a:endParaRPr>
                    </a:p>
                  </a:txBody>
                  <a:tcPr/>
                </a:tc>
                <a:tc>
                  <a:txBody>
                    <a:bodyPr/>
                    <a:lstStyle/>
                    <a:p>
                      <a:pPr algn="ctr"/>
                      <a:endParaRPr lang="en-US" sz="2000" dirty="0">
                        <a:solidFill>
                          <a:schemeClr val="tx2"/>
                        </a:solidFill>
                      </a:endParaRPr>
                    </a:p>
                  </a:txBody>
                  <a:tcPr/>
                </a:tc>
                <a:tc>
                  <a:txBody>
                    <a:bodyPr/>
                    <a:lstStyle/>
                    <a:p>
                      <a:pPr algn="ctr"/>
                      <a:r>
                        <a:rPr lang="en-US" sz="2000" dirty="0">
                          <a:solidFill>
                            <a:schemeClr val="tx2"/>
                          </a:solidFill>
                        </a:rPr>
                        <a:t>Quiet</a:t>
                      </a:r>
                    </a:p>
                  </a:txBody>
                  <a:tcPr/>
                </a:tc>
                <a:tc>
                  <a:txBody>
                    <a:bodyPr/>
                    <a:lstStyle/>
                    <a:p>
                      <a:pPr algn="ctr"/>
                      <a:r>
                        <a:rPr lang="en-US" sz="2000" dirty="0">
                          <a:solidFill>
                            <a:schemeClr val="tx2"/>
                          </a:solidFill>
                        </a:rPr>
                        <a:t>Fink</a:t>
                      </a:r>
                    </a:p>
                  </a:txBody>
                  <a:tcPr/>
                </a:tc>
                <a:extLst>
                  <a:ext uri="{0D108BD9-81ED-4DB2-BD59-A6C34878D82A}">
                    <a16:rowId xmlns:a16="http://schemas.microsoft.com/office/drawing/2014/main" val="10001"/>
                  </a:ext>
                </a:extLst>
              </a:tr>
              <a:tr h="469900">
                <a:tc vMerge="1">
                  <a:txBody>
                    <a:bodyPr/>
                    <a:lstStyle/>
                    <a:p>
                      <a:endParaRPr lang="en-US" dirty="0"/>
                    </a:p>
                  </a:txBody>
                  <a:tcPr/>
                </a:tc>
                <a:tc>
                  <a:txBody>
                    <a:bodyPr/>
                    <a:lstStyle/>
                    <a:p>
                      <a:pPr algn="ctr"/>
                      <a:r>
                        <a:rPr lang="en-US" sz="2000" dirty="0">
                          <a:solidFill>
                            <a:schemeClr val="tx2"/>
                          </a:solidFill>
                        </a:rPr>
                        <a:t>Quiet</a:t>
                      </a:r>
                    </a:p>
                  </a:txBody>
                  <a:tcPr/>
                </a:tc>
                <a:tc>
                  <a:txBody>
                    <a:bodyPr/>
                    <a:lstStyle/>
                    <a:p>
                      <a:pPr algn="ctr"/>
                      <a:r>
                        <a:rPr lang="en-US" sz="2000" b="1" dirty="0">
                          <a:solidFill>
                            <a:schemeClr val="tx2"/>
                          </a:solidFill>
                        </a:rPr>
                        <a:t>(1, 1)</a:t>
                      </a:r>
                    </a:p>
                  </a:txBody>
                  <a:tcPr/>
                </a:tc>
                <a:tc>
                  <a:txBody>
                    <a:bodyPr/>
                    <a:lstStyle/>
                    <a:p>
                      <a:pPr algn="ctr"/>
                      <a:r>
                        <a:rPr lang="en-US" sz="2000" b="1" dirty="0">
                          <a:solidFill>
                            <a:schemeClr val="tx2"/>
                          </a:solidFill>
                        </a:rPr>
                        <a:t>(5, 0)</a:t>
                      </a:r>
                    </a:p>
                  </a:txBody>
                  <a:tcPr/>
                </a:tc>
                <a:extLst>
                  <a:ext uri="{0D108BD9-81ED-4DB2-BD59-A6C34878D82A}">
                    <a16:rowId xmlns:a16="http://schemas.microsoft.com/office/drawing/2014/main" val="10002"/>
                  </a:ext>
                </a:extLst>
              </a:tr>
              <a:tr h="469900">
                <a:tc vMerge="1">
                  <a:txBody>
                    <a:bodyPr/>
                    <a:lstStyle/>
                    <a:p>
                      <a:endParaRPr lang="en-US" dirty="0"/>
                    </a:p>
                  </a:txBody>
                  <a:tcPr/>
                </a:tc>
                <a:tc>
                  <a:txBody>
                    <a:bodyPr/>
                    <a:lstStyle/>
                    <a:p>
                      <a:pPr algn="ctr"/>
                      <a:r>
                        <a:rPr lang="en-US" sz="2000" dirty="0">
                          <a:solidFill>
                            <a:schemeClr val="tx2"/>
                          </a:solidFill>
                        </a:rPr>
                        <a:t>Fink</a:t>
                      </a:r>
                    </a:p>
                  </a:txBody>
                  <a:tcPr/>
                </a:tc>
                <a:tc>
                  <a:txBody>
                    <a:bodyPr/>
                    <a:lstStyle/>
                    <a:p>
                      <a:pPr algn="ctr"/>
                      <a:r>
                        <a:rPr lang="en-US" sz="2000" b="1" dirty="0">
                          <a:solidFill>
                            <a:schemeClr val="tx2"/>
                          </a:solidFill>
                        </a:rPr>
                        <a:t>(0, 5)</a:t>
                      </a:r>
                    </a:p>
                  </a:txBody>
                  <a:tcPr/>
                </a:tc>
                <a:tc>
                  <a:txBody>
                    <a:bodyPr/>
                    <a:lstStyle/>
                    <a:p>
                      <a:pPr algn="ctr"/>
                      <a:r>
                        <a:rPr lang="en-US" sz="2000" b="1" dirty="0">
                          <a:solidFill>
                            <a:schemeClr val="tx2"/>
                          </a:solidFill>
                        </a:rPr>
                        <a:t>(3, 3)</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38158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533400" y="3733800"/>
            <a:ext cx="8153400" cy="2819400"/>
          </a:xfrm>
        </p:spPr>
        <p:txBody>
          <a:bodyPr>
            <a:normAutofit fontScale="92500"/>
          </a:bodyPr>
          <a:lstStyle/>
          <a:p>
            <a:pPr>
              <a:buFont typeface="Wingdings" pitchFamily="2" charset="2"/>
              <a:buChar char="q"/>
            </a:pPr>
            <a:r>
              <a:rPr lang="en-US" dirty="0"/>
              <a:t>The outcome: (Fink, Fink).</a:t>
            </a:r>
          </a:p>
          <a:p>
            <a:endParaRPr lang="en-US" sz="900" dirty="0"/>
          </a:p>
          <a:p>
            <a:pPr>
              <a:buFont typeface="Wingdings" pitchFamily="2" charset="2"/>
              <a:buChar char="q"/>
            </a:pPr>
            <a:r>
              <a:rPr lang="en-US" dirty="0"/>
              <a:t>Two important characteristics:</a:t>
            </a:r>
          </a:p>
          <a:p>
            <a:pPr lvl="1">
              <a:buFont typeface="Wingdings" pitchFamily="2" charset="2"/>
              <a:buChar char="Ø"/>
            </a:pPr>
            <a:r>
              <a:rPr lang="en-US" b="1" dirty="0"/>
              <a:t>Nash equilibrium</a:t>
            </a:r>
            <a:endParaRPr lang="en-US" dirty="0"/>
          </a:p>
          <a:p>
            <a:pPr lvl="2">
              <a:buFont typeface="Wingdings" pitchFamily="2" charset="2"/>
              <a:buChar char="v"/>
            </a:pPr>
            <a:r>
              <a:rPr lang="en-US" sz="1600" dirty="0"/>
              <a:t>An outcome at which neither player has an incentive to change strategies unilaterally.</a:t>
            </a:r>
          </a:p>
          <a:p>
            <a:pPr lvl="2">
              <a:buFont typeface="Wingdings" pitchFamily="2" charset="2"/>
              <a:buChar char="v"/>
            </a:pPr>
            <a:endParaRPr lang="en-US" sz="800" dirty="0"/>
          </a:p>
          <a:p>
            <a:pPr lvl="1">
              <a:buFont typeface="Wingdings" pitchFamily="2" charset="2"/>
              <a:buChar char="Ø"/>
            </a:pPr>
            <a:r>
              <a:rPr lang="en-US" b="1" dirty="0"/>
              <a:t>Pareto suboptimal</a:t>
            </a:r>
            <a:endParaRPr lang="en-US" dirty="0"/>
          </a:p>
          <a:p>
            <a:pPr lvl="2">
              <a:buClr>
                <a:schemeClr val="bg2">
                  <a:lumMod val="50000"/>
                </a:schemeClr>
              </a:buClr>
              <a:buFont typeface="Wingdings" pitchFamily="2" charset="2"/>
              <a:buChar char="v"/>
            </a:pPr>
            <a:r>
              <a:rPr lang="en-US" sz="1600" dirty="0"/>
              <a:t>An outcome is Pareto optimal when no single actor can be made better off without at the same time making another actor worse off.</a:t>
            </a:r>
          </a:p>
          <a:p>
            <a:pPr lvl="2">
              <a:buFont typeface="Wingdings" pitchFamily="2" charset="2"/>
              <a:buChar char="v"/>
            </a:pPr>
            <a:endParaRPr lang="en-US" sz="800" dirty="0"/>
          </a:p>
          <a:p>
            <a:pPr lvl="1"/>
            <a:endParaRPr lang="en-US" dirty="0"/>
          </a:p>
        </p:txBody>
      </p:sp>
      <p:sp>
        <p:nvSpPr>
          <p:cNvPr id="2" name="Title 1"/>
          <p:cNvSpPr>
            <a:spLocks noGrp="1"/>
          </p:cNvSpPr>
          <p:nvPr>
            <p:ph type="title"/>
          </p:nvPr>
        </p:nvSpPr>
        <p:spPr/>
        <p:txBody>
          <a:bodyPr/>
          <a:lstStyle/>
          <a:p>
            <a:r>
              <a:rPr lang="en-US" dirty="0"/>
              <a:t>The Prisoners’ Dilemma</a:t>
            </a:r>
          </a:p>
        </p:txBody>
      </p:sp>
      <p:graphicFrame>
        <p:nvGraphicFramePr>
          <p:cNvPr id="7" name="Table 6"/>
          <p:cNvGraphicFramePr>
            <a:graphicFrameLocks noGrp="1"/>
          </p:cNvGraphicFramePr>
          <p:nvPr>
            <p:extLst>
              <p:ext uri="{D42A27DB-BD31-4B8C-83A1-F6EECF244321}">
                <p14:modId xmlns:p14="http://schemas.microsoft.com/office/powerpoint/2010/main" val="1818801559"/>
              </p:ext>
            </p:extLst>
          </p:nvPr>
        </p:nvGraphicFramePr>
        <p:xfrm>
          <a:off x="1219200" y="1676400"/>
          <a:ext cx="6705600" cy="18796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tblGrid>
              <a:tr h="469900">
                <a:tc>
                  <a:txBody>
                    <a:bodyPr/>
                    <a:lstStyle/>
                    <a:p>
                      <a:pPr algn="ctr"/>
                      <a:endParaRPr lang="en-US" sz="2000" dirty="0"/>
                    </a:p>
                  </a:txBody>
                  <a:tcPr/>
                </a:tc>
                <a:tc gridSpan="3">
                  <a:txBody>
                    <a:bodyPr/>
                    <a:lstStyle/>
                    <a:p>
                      <a:pPr algn="ctr"/>
                      <a:r>
                        <a:rPr lang="en-US" sz="2000" dirty="0"/>
                        <a:t>Suspect</a:t>
                      </a:r>
                      <a:r>
                        <a:rPr lang="en-US" sz="2000" baseline="0" dirty="0"/>
                        <a:t> 2</a:t>
                      </a:r>
                      <a:endParaRPr lang="en-US" sz="2000"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469900">
                <a:tc rowSpan="3">
                  <a:txBody>
                    <a:bodyPr/>
                    <a:lstStyle/>
                    <a:p>
                      <a:pPr algn="ctr"/>
                      <a:endParaRPr lang="en-US" sz="2000" dirty="0">
                        <a:solidFill>
                          <a:schemeClr val="tx2"/>
                        </a:solidFill>
                      </a:endParaRPr>
                    </a:p>
                    <a:p>
                      <a:pPr algn="ctr"/>
                      <a:r>
                        <a:rPr lang="en-US" sz="2000" dirty="0">
                          <a:solidFill>
                            <a:schemeClr val="tx2"/>
                          </a:solidFill>
                        </a:rPr>
                        <a:t>Suspect</a:t>
                      </a:r>
                      <a:r>
                        <a:rPr lang="en-US" sz="2000" baseline="0" dirty="0">
                          <a:solidFill>
                            <a:schemeClr val="tx2"/>
                          </a:solidFill>
                        </a:rPr>
                        <a:t> 1</a:t>
                      </a:r>
                      <a:endParaRPr lang="en-US" sz="2000" dirty="0">
                        <a:solidFill>
                          <a:schemeClr val="tx2"/>
                        </a:solidFill>
                      </a:endParaRPr>
                    </a:p>
                  </a:txBody>
                  <a:tcPr/>
                </a:tc>
                <a:tc>
                  <a:txBody>
                    <a:bodyPr/>
                    <a:lstStyle/>
                    <a:p>
                      <a:pPr algn="ctr"/>
                      <a:endParaRPr lang="en-US" sz="2000" dirty="0">
                        <a:solidFill>
                          <a:schemeClr val="tx2"/>
                        </a:solidFill>
                      </a:endParaRPr>
                    </a:p>
                  </a:txBody>
                  <a:tcPr/>
                </a:tc>
                <a:tc>
                  <a:txBody>
                    <a:bodyPr/>
                    <a:lstStyle/>
                    <a:p>
                      <a:pPr algn="ctr"/>
                      <a:r>
                        <a:rPr lang="en-US" sz="2000" dirty="0">
                          <a:solidFill>
                            <a:schemeClr val="tx2"/>
                          </a:solidFill>
                        </a:rPr>
                        <a:t>Quiet</a:t>
                      </a:r>
                    </a:p>
                  </a:txBody>
                  <a:tcPr/>
                </a:tc>
                <a:tc>
                  <a:txBody>
                    <a:bodyPr/>
                    <a:lstStyle/>
                    <a:p>
                      <a:pPr algn="ctr"/>
                      <a:r>
                        <a:rPr lang="en-US" sz="2000" dirty="0">
                          <a:solidFill>
                            <a:schemeClr val="tx2"/>
                          </a:solidFill>
                        </a:rPr>
                        <a:t>Fink</a:t>
                      </a:r>
                    </a:p>
                  </a:txBody>
                  <a:tcPr/>
                </a:tc>
                <a:extLst>
                  <a:ext uri="{0D108BD9-81ED-4DB2-BD59-A6C34878D82A}">
                    <a16:rowId xmlns:a16="http://schemas.microsoft.com/office/drawing/2014/main" val="10001"/>
                  </a:ext>
                </a:extLst>
              </a:tr>
              <a:tr h="469900">
                <a:tc vMerge="1">
                  <a:txBody>
                    <a:bodyPr/>
                    <a:lstStyle/>
                    <a:p>
                      <a:endParaRPr lang="en-US" dirty="0"/>
                    </a:p>
                  </a:txBody>
                  <a:tcPr/>
                </a:tc>
                <a:tc>
                  <a:txBody>
                    <a:bodyPr/>
                    <a:lstStyle/>
                    <a:p>
                      <a:pPr algn="ctr"/>
                      <a:r>
                        <a:rPr lang="en-US" sz="2000" dirty="0">
                          <a:solidFill>
                            <a:schemeClr val="tx2"/>
                          </a:solidFill>
                        </a:rPr>
                        <a:t>Quiet</a:t>
                      </a:r>
                    </a:p>
                  </a:txBody>
                  <a:tcPr/>
                </a:tc>
                <a:tc>
                  <a:txBody>
                    <a:bodyPr/>
                    <a:lstStyle/>
                    <a:p>
                      <a:pPr algn="ctr"/>
                      <a:r>
                        <a:rPr lang="en-US" sz="2000" b="1" dirty="0">
                          <a:solidFill>
                            <a:schemeClr val="tx2"/>
                          </a:solidFill>
                        </a:rPr>
                        <a:t>(1, 1)</a:t>
                      </a:r>
                    </a:p>
                  </a:txBody>
                  <a:tcPr/>
                </a:tc>
                <a:tc>
                  <a:txBody>
                    <a:bodyPr/>
                    <a:lstStyle/>
                    <a:p>
                      <a:pPr algn="ctr"/>
                      <a:r>
                        <a:rPr lang="en-US" sz="2000" b="1" dirty="0">
                          <a:solidFill>
                            <a:schemeClr val="tx2"/>
                          </a:solidFill>
                        </a:rPr>
                        <a:t>(5, 0)</a:t>
                      </a:r>
                    </a:p>
                  </a:txBody>
                  <a:tcPr/>
                </a:tc>
                <a:extLst>
                  <a:ext uri="{0D108BD9-81ED-4DB2-BD59-A6C34878D82A}">
                    <a16:rowId xmlns:a16="http://schemas.microsoft.com/office/drawing/2014/main" val="10002"/>
                  </a:ext>
                </a:extLst>
              </a:tr>
              <a:tr h="469900">
                <a:tc vMerge="1">
                  <a:txBody>
                    <a:bodyPr/>
                    <a:lstStyle/>
                    <a:p>
                      <a:endParaRPr lang="en-US" dirty="0"/>
                    </a:p>
                  </a:txBody>
                  <a:tcPr/>
                </a:tc>
                <a:tc>
                  <a:txBody>
                    <a:bodyPr/>
                    <a:lstStyle/>
                    <a:p>
                      <a:pPr algn="ctr"/>
                      <a:r>
                        <a:rPr lang="en-US" sz="2000" dirty="0">
                          <a:solidFill>
                            <a:schemeClr val="tx2"/>
                          </a:solidFill>
                        </a:rPr>
                        <a:t>Fink</a:t>
                      </a:r>
                    </a:p>
                  </a:txBody>
                  <a:tcPr/>
                </a:tc>
                <a:tc>
                  <a:txBody>
                    <a:bodyPr/>
                    <a:lstStyle/>
                    <a:p>
                      <a:pPr algn="ctr"/>
                      <a:r>
                        <a:rPr lang="en-US" sz="2000" b="1" dirty="0">
                          <a:solidFill>
                            <a:schemeClr val="tx2"/>
                          </a:solidFill>
                        </a:rPr>
                        <a:t>(0, 5)</a:t>
                      </a:r>
                    </a:p>
                  </a:txBody>
                  <a:tcPr/>
                </a:tc>
                <a:tc>
                  <a:txBody>
                    <a:bodyPr/>
                    <a:lstStyle/>
                    <a:p>
                      <a:pPr algn="ctr"/>
                      <a:r>
                        <a:rPr lang="en-US" sz="2000" b="1" dirty="0">
                          <a:solidFill>
                            <a:schemeClr val="tx2"/>
                          </a:solidFill>
                        </a:rPr>
                        <a:t>*(3, 3)*</a:t>
                      </a:r>
                    </a:p>
                  </a:txBody>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533400" y="3733800"/>
            <a:ext cx="8153400" cy="2819400"/>
          </a:xfrm>
        </p:spPr>
        <p:txBody>
          <a:bodyPr>
            <a:normAutofit/>
          </a:bodyPr>
          <a:lstStyle/>
          <a:p>
            <a:pPr lvl="2">
              <a:buFont typeface="Wingdings" pitchFamily="2" charset="2"/>
              <a:buChar char="v"/>
            </a:pPr>
            <a:endParaRPr lang="en-US" sz="800" dirty="0"/>
          </a:p>
          <a:p>
            <a:pPr lvl="1"/>
            <a:endParaRPr lang="en-US" dirty="0"/>
          </a:p>
        </p:txBody>
      </p:sp>
      <p:sp>
        <p:nvSpPr>
          <p:cNvPr id="2" name="Title 1"/>
          <p:cNvSpPr>
            <a:spLocks noGrp="1"/>
          </p:cNvSpPr>
          <p:nvPr>
            <p:ph type="title"/>
          </p:nvPr>
        </p:nvSpPr>
        <p:spPr/>
        <p:txBody>
          <a:bodyPr/>
          <a:lstStyle/>
          <a:p>
            <a:r>
              <a:rPr lang="en-US" dirty="0"/>
              <a:t>The Prisoners’ Dilemma</a:t>
            </a:r>
          </a:p>
        </p:txBody>
      </p:sp>
      <p:graphicFrame>
        <p:nvGraphicFramePr>
          <p:cNvPr id="7" name="Table 6"/>
          <p:cNvGraphicFramePr>
            <a:graphicFrameLocks noGrp="1"/>
          </p:cNvGraphicFramePr>
          <p:nvPr/>
        </p:nvGraphicFramePr>
        <p:xfrm>
          <a:off x="1219200" y="2540000"/>
          <a:ext cx="6705600" cy="18796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tblGrid>
              <a:tr h="469900">
                <a:tc>
                  <a:txBody>
                    <a:bodyPr/>
                    <a:lstStyle/>
                    <a:p>
                      <a:pPr algn="ctr"/>
                      <a:endParaRPr lang="en-US" sz="2000" dirty="0"/>
                    </a:p>
                  </a:txBody>
                  <a:tcPr/>
                </a:tc>
                <a:tc gridSpan="3">
                  <a:txBody>
                    <a:bodyPr/>
                    <a:lstStyle/>
                    <a:p>
                      <a:pPr algn="ctr"/>
                      <a:r>
                        <a:rPr lang="en-US" sz="2000" dirty="0"/>
                        <a:t>Player</a:t>
                      </a:r>
                      <a:r>
                        <a:rPr lang="en-US" sz="2000" baseline="0" dirty="0"/>
                        <a:t> 2</a:t>
                      </a:r>
                      <a:endParaRPr lang="en-US" sz="2000"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469900">
                <a:tc rowSpan="3">
                  <a:txBody>
                    <a:bodyPr/>
                    <a:lstStyle/>
                    <a:p>
                      <a:pPr algn="ctr"/>
                      <a:endParaRPr lang="en-US" sz="2000" dirty="0">
                        <a:solidFill>
                          <a:schemeClr val="tx2"/>
                        </a:solidFill>
                      </a:endParaRPr>
                    </a:p>
                    <a:p>
                      <a:pPr algn="ctr"/>
                      <a:r>
                        <a:rPr lang="en-US" sz="2000" dirty="0">
                          <a:solidFill>
                            <a:schemeClr val="tx2"/>
                          </a:solidFill>
                        </a:rPr>
                        <a:t>Player</a:t>
                      </a:r>
                      <a:r>
                        <a:rPr lang="en-US" sz="2000" baseline="0" dirty="0">
                          <a:solidFill>
                            <a:schemeClr val="tx2"/>
                          </a:solidFill>
                        </a:rPr>
                        <a:t> 1</a:t>
                      </a:r>
                      <a:endParaRPr lang="en-US" sz="2000" dirty="0">
                        <a:solidFill>
                          <a:schemeClr val="tx2"/>
                        </a:solidFill>
                      </a:endParaRPr>
                    </a:p>
                  </a:txBody>
                  <a:tcPr/>
                </a:tc>
                <a:tc>
                  <a:txBody>
                    <a:bodyPr/>
                    <a:lstStyle/>
                    <a:p>
                      <a:pPr algn="ctr"/>
                      <a:endParaRPr lang="en-US" sz="2000" dirty="0">
                        <a:solidFill>
                          <a:schemeClr val="tx2"/>
                        </a:solidFill>
                      </a:endParaRPr>
                    </a:p>
                  </a:txBody>
                  <a:tcPr/>
                </a:tc>
                <a:tc>
                  <a:txBody>
                    <a:bodyPr/>
                    <a:lstStyle/>
                    <a:p>
                      <a:pPr algn="ctr"/>
                      <a:r>
                        <a:rPr lang="en-US" sz="2000" dirty="0">
                          <a:solidFill>
                            <a:schemeClr val="tx2"/>
                          </a:solidFill>
                        </a:rPr>
                        <a:t>A</a:t>
                      </a:r>
                    </a:p>
                  </a:txBody>
                  <a:tcPr/>
                </a:tc>
                <a:tc>
                  <a:txBody>
                    <a:bodyPr/>
                    <a:lstStyle/>
                    <a:p>
                      <a:pPr algn="ctr"/>
                      <a:r>
                        <a:rPr lang="en-US" sz="2000" dirty="0">
                          <a:solidFill>
                            <a:schemeClr val="tx2"/>
                          </a:solidFill>
                        </a:rPr>
                        <a:t>B</a:t>
                      </a:r>
                    </a:p>
                  </a:txBody>
                  <a:tcPr/>
                </a:tc>
                <a:extLst>
                  <a:ext uri="{0D108BD9-81ED-4DB2-BD59-A6C34878D82A}">
                    <a16:rowId xmlns:a16="http://schemas.microsoft.com/office/drawing/2014/main" val="10001"/>
                  </a:ext>
                </a:extLst>
              </a:tr>
              <a:tr h="469900">
                <a:tc vMerge="1">
                  <a:txBody>
                    <a:bodyPr/>
                    <a:lstStyle/>
                    <a:p>
                      <a:endParaRPr lang="en-US" dirty="0"/>
                    </a:p>
                  </a:txBody>
                  <a:tcPr/>
                </a:tc>
                <a:tc>
                  <a:txBody>
                    <a:bodyPr/>
                    <a:lstStyle/>
                    <a:p>
                      <a:pPr algn="ctr"/>
                      <a:r>
                        <a:rPr lang="en-US" sz="2000" dirty="0">
                          <a:solidFill>
                            <a:schemeClr val="tx2"/>
                          </a:solidFill>
                        </a:rPr>
                        <a:t>A</a:t>
                      </a:r>
                    </a:p>
                  </a:txBody>
                  <a:tcPr/>
                </a:tc>
                <a:tc>
                  <a:txBody>
                    <a:bodyPr/>
                    <a:lstStyle/>
                    <a:p>
                      <a:pPr algn="ctr"/>
                      <a:r>
                        <a:rPr lang="en-US" sz="2000" b="1" dirty="0">
                          <a:solidFill>
                            <a:schemeClr val="tx2"/>
                          </a:solidFill>
                        </a:rPr>
                        <a:t>(15, 1)</a:t>
                      </a:r>
                    </a:p>
                  </a:txBody>
                  <a:tcPr/>
                </a:tc>
                <a:tc>
                  <a:txBody>
                    <a:bodyPr/>
                    <a:lstStyle/>
                    <a:p>
                      <a:pPr algn="ctr"/>
                      <a:r>
                        <a:rPr lang="en-US" sz="2000" b="1" dirty="0">
                          <a:solidFill>
                            <a:schemeClr val="tx2"/>
                          </a:solidFill>
                        </a:rPr>
                        <a:t>(2, 2)</a:t>
                      </a:r>
                    </a:p>
                  </a:txBody>
                  <a:tcPr/>
                </a:tc>
                <a:extLst>
                  <a:ext uri="{0D108BD9-81ED-4DB2-BD59-A6C34878D82A}">
                    <a16:rowId xmlns:a16="http://schemas.microsoft.com/office/drawing/2014/main" val="10002"/>
                  </a:ext>
                </a:extLst>
              </a:tr>
              <a:tr h="469900">
                <a:tc vMerge="1">
                  <a:txBody>
                    <a:bodyPr/>
                    <a:lstStyle/>
                    <a:p>
                      <a:endParaRPr lang="en-US" dirty="0"/>
                    </a:p>
                  </a:txBody>
                  <a:tcPr/>
                </a:tc>
                <a:tc>
                  <a:txBody>
                    <a:bodyPr/>
                    <a:lstStyle/>
                    <a:p>
                      <a:pPr algn="ctr"/>
                      <a:r>
                        <a:rPr lang="en-US" sz="2000" dirty="0">
                          <a:solidFill>
                            <a:schemeClr val="tx2"/>
                          </a:solidFill>
                        </a:rPr>
                        <a:t>B</a:t>
                      </a:r>
                    </a:p>
                  </a:txBody>
                  <a:tcPr/>
                </a:tc>
                <a:tc>
                  <a:txBody>
                    <a:bodyPr/>
                    <a:lstStyle/>
                    <a:p>
                      <a:pPr algn="ctr"/>
                      <a:r>
                        <a:rPr lang="en-US" sz="2000" b="1" dirty="0">
                          <a:solidFill>
                            <a:schemeClr val="tx2"/>
                          </a:solidFill>
                        </a:rPr>
                        <a:t>(3, 4)</a:t>
                      </a:r>
                    </a:p>
                  </a:txBody>
                  <a:tcPr/>
                </a:tc>
                <a:tc>
                  <a:txBody>
                    <a:bodyPr/>
                    <a:lstStyle/>
                    <a:p>
                      <a:pPr algn="ctr"/>
                      <a:r>
                        <a:rPr lang="en-US" sz="2000" b="1" dirty="0">
                          <a:solidFill>
                            <a:schemeClr val="tx2"/>
                          </a:solidFill>
                        </a:rPr>
                        <a:t>(0, 8)</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07631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478A114-BF64-3094-0E1F-D648B6E5D3FC}"/>
              </a:ext>
            </a:extLst>
          </p:cNvPr>
          <p:cNvGrpSpPr/>
          <p:nvPr/>
        </p:nvGrpSpPr>
        <p:grpSpPr>
          <a:xfrm>
            <a:off x="1479550" y="602159"/>
            <a:ext cx="6413500" cy="5519241"/>
            <a:chOff x="1479550" y="602159"/>
            <a:chExt cx="6413500" cy="5519241"/>
          </a:xfrm>
        </p:grpSpPr>
        <p:sp>
          <p:nvSpPr>
            <p:cNvPr id="4" name="TextBox 3">
              <a:extLst>
                <a:ext uri="{FF2B5EF4-FFF2-40B4-BE49-F238E27FC236}">
                  <a16:creationId xmlns:a16="http://schemas.microsoft.com/office/drawing/2014/main" id="{D20B7481-A443-14F8-E006-BE30E3BAF221}"/>
                </a:ext>
              </a:extLst>
            </p:cNvPr>
            <p:cNvSpPr txBox="1"/>
            <p:nvPr/>
          </p:nvSpPr>
          <p:spPr>
            <a:xfrm>
              <a:off x="1828800" y="602159"/>
              <a:ext cx="5715000" cy="769441"/>
            </a:xfrm>
            <a:prstGeom prst="rect">
              <a:avLst/>
            </a:prstGeom>
            <a:noFill/>
          </p:spPr>
          <p:txBody>
            <a:bodyPr wrap="square">
              <a:spAutoFit/>
            </a:bodyPr>
            <a:lstStyle/>
            <a:p>
              <a:pPr algn="ctr"/>
              <a:r>
                <a:rPr lang="en-US" sz="4400" dirty="0">
                  <a:solidFill>
                    <a:schemeClr val="bg1"/>
                  </a:solidFill>
                </a:rPr>
                <a:t>A Prisoner’s Dilemma</a:t>
              </a:r>
              <a:endParaRPr lang="en-US" dirty="0">
                <a:solidFill>
                  <a:schemeClr val="bg1"/>
                </a:solidFill>
              </a:endParaRPr>
            </a:p>
          </p:txBody>
        </p:sp>
        <p:pic>
          <p:nvPicPr>
            <p:cNvPr id="9" name="Picture 8">
              <a:extLst>
                <a:ext uri="{FF2B5EF4-FFF2-40B4-BE49-F238E27FC236}">
                  <a16:creationId xmlns:a16="http://schemas.microsoft.com/office/drawing/2014/main" id="{977E5E0F-67A8-25F3-B7FD-4551E55070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9550" y="2133600"/>
              <a:ext cx="6413500" cy="3987800"/>
            </a:xfrm>
            <a:prstGeom prst="rect">
              <a:avLst/>
            </a:prstGeom>
          </p:spPr>
        </p:pic>
      </p:grpSp>
    </p:spTree>
    <p:extLst>
      <p:ext uri="{BB962C8B-B14F-4D97-AF65-F5344CB8AC3E}">
        <p14:creationId xmlns:p14="http://schemas.microsoft.com/office/powerpoint/2010/main" val="16626176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6AAC4-D839-18DD-976D-A6DBF0AB3EE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862DC5B-5C7C-C55E-2D07-D3C6114602D3}"/>
              </a:ext>
            </a:extLst>
          </p:cNvPr>
          <p:cNvSpPr>
            <a:spLocks noGrp="1"/>
          </p:cNvSpPr>
          <p:nvPr>
            <p:ph idx="1"/>
          </p:nvPr>
        </p:nvSpPr>
        <p:spPr>
          <a:xfrm>
            <a:off x="533400" y="3733800"/>
            <a:ext cx="8153400" cy="2819400"/>
          </a:xfrm>
        </p:spPr>
        <p:txBody>
          <a:bodyPr>
            <a:normAutofit/>
          </a:bodyPr>
          <a:lstStyle/>
          <a:p>
            <a:pPr lvl="2">
              <a:buFont typeface="Wingdings" pitchFamily="2" charset="2"/>
              <a:buChar char="v"/>
            </a:pPr>
            <a:endParaRPr lang="en-US" sz="800" dirty="0"/>
          </a:p>
          <a:p>
            <a:pPr lvl="1"/>
            <a:endParaRPr lang="en-US" dirty="0"/>
          </a:p>
        </p:txBody>
      </p:sp>
      <p:sp>
        <p:nvSpPr>
          <p:cNvPr id="2" name="Title 1">
            <a:extLst>
              <a:ext uri="{FF2B5EF4-FFF2-40B4-BE49-F238E27FC236}">
                <a16:creationId xmlns:a16="http://schemas.microsoft.com/office/drawing/2014/main" id="{C7B1480C-7C9E-4633-DD64-212DE4BA3E01}"/>
              </a:ext>
            </a:extLst>
          </p:cNvPr>
          <p:cNvSpPr>
            <a:spLocks noGrp="1"/>
          </p:cNvSpPr>
          <p:nvPr>
            <p:ph type="title"/>
          </p:nvPr>
        </p:nvSpPr>
        <p:spPr/>
        <p:txBody>
          <a:bodyPr/>
          <a:lstStyle/>
          <a:p>
            <a:r>
              <a:rPr lang="en-US" dirty="0"/>
              <a:t>A Prisoners’ Dilemma</a:t>
            </a:r>
          </a:p>
        </p:txBody>
      </p:sp>
      <p:graphicFrame>
        <p:nvGraphicFramePr>
          <p:cNvPr id="7" name="Table 6">
            <a:extLst>
              <a:ext uri="{FF2B5EF4-FFF2-40B4-BE49-F238E27FC236}">
                <a16:creationId xmlns:a16="http://schemas.microsoft.com/office/drawing/2014/main" id="{C918DE57-2DE2-4D86-C9BD-C540E27D1023}"/>
              </a:ext>
            </a:extLst>
          </p:cNvPr>
          <p:cNvGraphicFramePr>
            <a:graphicFrameLocks noGrp="1"/>
          </p:cNvGraphicFramePr>
          <p:nvPr>
            <p:extLst>
              <p:ext uri="{D42A27DB-BD31-4B8C-83A1-F6EECF244321}">
                <p14:modId xmlns:p14="http://schemas.microsoft.com/office/powerpoint/2010/main" val="1275308951"/>
              </p:ext>
            </p:extLst>
          </p:nvPr>
        </p:nvGraphicFramePr>
        <p:xfrm>
          <a:off x="1219200" y="2540000"/>
          <a:ext cx="6705600" cy="18796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tblGrid>
              <a:tr h="469900">
                <a:tc>
                  <a:txBody>
                    <a:bodyPr/>
                    <a:lstStyle/>
                    <a:p>
                      <a:pPr algn="ctr"/>
                      <a:endParaRPr lang="en-US" sz="2000" b="0" dirty="0"/>
                    </a:p>
                  </a:txBody>
                  <a:tcPr/>
                </a:tc>
                <a:tc gridSpan="3">
                  <a:txBody>
                    <a:bodyPr/>
                    <a:lstStyle/>
                    <a:p>
                      <a:pPr algn="ctr"/>
                      <a:r>
                        <a:rPr lang="en-US" sz="2000" b="0" dirty="0"/>
                        <a:t>USSR/Russia</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469900">
                <a:tc rowSpan="3">
                  <a:txBody>
                    <a:bodyPr/>
                    <a:lstStyle/>
                    <a:p>
                      <a:pPr algn="ctr"/>
                      <a:endParaRPr lang="en-US" sz="2000" b="0" dirty="0">
                        <a:solidFill>
                          <a:schemeClr val="tx2"/>
                        </a:solidFill>
                      </a:endParaRPr>
                    </a:p>
                    <a:p>
                      <a:pPr algn="ctr"/>
                      <a:r>
                        <a:rPr lang="en-US" sz="2000" b="0" dirty="0">
                          <a:solidFill>
                            <a:schemeClr val="tx2"/>
                          </a:solidFill>
                        </a:rPr>
                        <a:t>US</a:t>
                      </a:r>
                    </a:p>
                  </a:txBody>
                  <a:tcPr/>
                </a:tc>
                <a:tc>
                  <a:txBody>
                    <a:bodyPr/>
                    <a:lstStyle/>
                    <a:p>
                      <a:pPr algn="ctr"/>
                      <a:endParaRPr lang="en-US" sz="2000" b="0" dirty="0">
                        <a:solidFill>
                          <a:schemeClr val="tx2"/>
                        </a:solidFill>
                      </a:endParaRPr>
                    </a:p>
                  </a:txBody>
                  <a:tcPr/>
                </a:tc>
                <a:tc>
                  <a:txBody>
                    <a:bodyPr/>
                    <a:lstStyle/>
                    <a:p>
                      <a:pPr algn="ctr"/>
                      <a:r>
                        <a:rPr lang="en-US" sz="2000" b="0" dirty="0">
                          <a:solidFill>
                            <a:schemeClr val="tx2"/>
                          </a:solidFill>
                        </a:rPr>
                        <a:t>Build</a:t>
                      </a:r>
                    </a:p>
                  </a:txBody>
                  <a:tcPr/>
                </a:tc>
                <a:tc>
                  <a:txBody>
                    <a:bodyPr/>
                    <a:lstStyle/>
                    <a:p>
                      <a:pPr algn="ctr"/>
                      <a:r>
                        <a:rPr lang="en-US" sz="2000" b="0" dirty="0">
                          <a:solidFill>
                            <a:schemeClr val="tx2"/>
                          </a:solidFill>
                        </a:rPr>
                        <a:t>Stop</a:t>
                      </a:r>
                    </a:p>
                  </a:txBody>
                  <a:tcPr/>
                </a:tc>
                <a:extLst>
                  <a:ext uri="{0D108BD9-81ED-4DB2-BD59-A6C34878D82A}">
                    <a16:rowId xmlns:a16="http://schemas.microsoft.com/office/drawing/2014/main" val="10001"/>
                  </a:ext>
                </a:extLst>
              </a:tr>
              <a:tr h="469900">
                <a:tc vMerge="1">
                  <a:txBody>
                    <a:bodyPr/>
                    <a:lstStyle/>
                    <a:p>
                      <a:endParaRPr lang="en-US" dirty="0"/>
                    </a:p>
                  </a:txBody>
                  <a:tcPr/>
                </a:tc>
                <a:tc>
                  <a:txBody>
                    <a:bodyPr/>
                    <a:lstStyle/>
                    <a:p>
                      <a:pPr algn="ctr"/>
                      <a:r>
                        <a:rPr lang="en-US" sz="2000" b="0" dirty="0">
                          <a:solidFill>
                            <a:schemeClr val="tx2"/>
                          </a:solidFill>
                        </a:rPr>
                        <a:t>Build</a:t>
                      </a:r>
                    </a:p>
                  </a:txBody>
                  <a:tcPr/>
                </a:tc>
                <a:tc>
                  <a:txBody>
                    <a:bodyPr/>
                    <a:lstStyle/>
                    <a:p>
                      <a:pPr algn="ctr"/>
                      <a:r>
                        <a:rPr lang="en-US" sz="2000" b="0" dirty="0">
                          <a:solidFill>
                            <a:schemeClr val="tx2"/>
                          </a:solidFill>
                        </a:rPr>
                        <a:t>(Build, Build)</a:t>
                      </a:r>
                    </a:p>
                  </a:txBody>
                  <a:tcPr/>
                </a:tc>
                <a:tc>
                  <a:txBody>
                    <a:bodyPr/>
                    <a:lstStyle/>
                    <a:p>
                      <a:pPr algn="ctr"/>
                      <a:r>
                        <a:rPr lang="en-US" sz="2000" b="0" dirty="0">
                          <a:solidFill>
                            <a:schemeClr val="tx2"/>
                          </a:solidFill>
                        </a:rPr>
                        <a:t>(Build, Stop)</a:t>
                      </a:r>
                    </a:p>
                  </a:txBody>
                  <a:tcPr/>
                </a:tc>
                <a:extLst>
                  <a:ext uri="{0D108BD9-81ED-4DB2-BD59-A6C34878D82A}">
                    <a16:rowId xmlns:a16="http://schemas.microsoft.com/office/drawing/2014/main" val="10002"/>
                  </a:ext>
                </a:extLst>
              </a:tr>
              <a:tr h="469900">
                <a:tc vMerge="1">
                  <a:txBody>
                    <a:bodyPr/>
                    <a:lstStyle/>
                    <a:p>
                      <a:endParaRPr lang="en-US" dirty="0"/>
                    </a:p>
                  </a:txBody>
                  <a:tcPr/>
                </a:tc>
                <a:tc>
                  <a:txBody>
                    <a:bodyPr/>
                    <a:lstStyle/>
                    <a:p>
                      <a:pPr algn="ctr"/>
                      <a:r>
                        <a:rPr lang="en-US" sz="2000" b="0" dirty="0">
                          <a:solidFill>
                            <a:schemeClr val="tx2"/>
                          </a:solidFill>
                        </a:rPr>
                        <a:t>Stop</a:t>
                      </a:r>
                    </a:p>
                  </a:txBody>
                  <a:tcPr/>
                </a:tc>
                <a:tc>
                  <a:txBody>
                    <a:bodyPr/>
                    <a:lstStyle/>
                    <a:p>
                      <a:pPr algn="ctr"/>
                      <a:r>
                        <a:rPr lang="en-US" sz="2000" b="0" dirty="0">
                          <a:solidFill>
                            <a:schemeClr val="tx2"/>
                          </a:solidFill>
                        </a:rPr>
                        <a:t>(Stop, Build)</a:t>
                      </a:r>
                    </a:p>
                  </a:txBody>
                  <a:tcPr/>
                </a:tc>
                <a:tc>
                  <a:txBody>
                    <a:bodyPr/>
                    <a:lstStyle/>
                    <a:p>
                      <a:pPr algn="ctr"/>
                      <a:r>
                        <a:rPr lang="en-US" sz="2000" b="0" dirty="0">
                          <a:solidFill>
                            <a:schemeClr val="tx2"/>
                          </a:solidFill>
                        </a:rPr>
                        <a:t>(Stop, Stop)</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76370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normAutofit fontScale="90000"/>
          </a:bodyPr>
          <a:lstStyle/>
          <a:p>
            <a:r>
              <a:rPr lang="en-US" altLang="en-US" dirty="0"/>
              <a:t>Collaboration Problems and Public Goods</a:t>
            </a:r>
          </a:p>
        </p:txBody>
      </p:sp>
      <p:sp>
        <p:nvSpPr>
          <p:cNvPr id="3" name="Content Placeholder 2"/>
          <p:cNvSpPr>
            <a:spLocks noGrp="1"/>
          </p:cNvSpPr>
          <p:nvPr>
            <p:ph idx="1"/>
          </p:nvPr>
        </p:nvSpPr>
        <p:spPr>
          <a:xfrm>
            <a:off x="628650" y="1949844"/>
            <a:ext cx="8058150" cy="4831956"/>
          </a:xfrm>
        </p:spPr>
        <p:txBody>
          <a:bodyPr vert="horz" lIns="68580" tIns="34290" rIns="68580" bIns="34290" rtlCol="0" anchor="t">
            <a:normAutofit/>
          </a:bodyPr>
          <a:lstStyle/>
          <a:p>
            <a:pPr>
              <a:buFont typeface="Wingdings" panose="05000000000000000000" pitchFamily="2" charset="2"/>
              <a:buChar char="q"/>
            </a:pPr>
            <a:r>
              <a:rPr lang="en-US" dirty="0"/>
              <a:t>Characteristics of Goods</a:t>
            </a:r>
          </a:p>
          <a:p>
            <a:pPr lvl="1">
              <a:buFont typeface="Wingdings" pitchFamily="2" charset="2"/>
              <a:buChar char="Ø"/>
            </a:pPr>
            <a:r>
              <a:rPr lang="en-US" dirty="0"/>
              <a:t>Non-excludability</a:t>
            </a:r>
          </a:p>
          <a:p>
            <a:pPr lvl="2">
              <a:buFont typeface="Wingdings" pitchFamily="2" charset="2"/>
              <a:buChar char="v"/>
            </a:pPr>
            <a:r>
              <a:rPr lang="en-US" sz="1600" dirty="0"/>
              <a:t>The property of a good whereby a person cannot be prevented from using it.</a:t>
            </a:r>
          </a:p>
          <a:p>
            <a:pPr lvl="3"/>
            <a:endParaRPr lang="en-US" sz="800" dirty="0"/>
          </a:p>
          <a:p>
            <a:pPr lvl="1">
              <a:buFont typeface="Wingdings" pitchFamily="2" charset="2"/>
              <a:buChar char="Ø"/>
            </a:pPr>
            <a:r>
              <a:rPr lang="en-US" dirty="0"/>
              <a:t>Non-rivalry</a:t>
            </a:r>
          </a:p>
          <a:p>
            <a:pPr lvl="2">
              <a:buFont typeface="Wingdings" pitchFamily="2" charset="2"/>
              <a:buChar char="v"/>
            </a:pPr>
            <a:r>
              <a:rPr lang="en-US" sz="1600" dirty="0"/>
              <a:t>The property of a good whereby a person’s consumption of the good does not prevent other people’s consumption of the good.</a:t>
            </a:r>
          </a:p>
          <a:p>
            <a:pPr>
              <a:buFont typeface="Wingdings" pitchFamily="2" charset="2"/>
              <a:buChar char="q"/>
            </a:pPr>
            <a:endParaRPr lang="en-US" altLang="en-US" sz="900" b="1" dirty="0">
              <a:cs typeface="Calibri"/>
            </a:endParaRPr>
          </a:p>
          <a:p>
            <a:pPr>
              <a:buFont typeface="Wingdings" pitchFamily="2" charset="2"/>
              <a:buChar char="q"/>
            </a:pPr>
            <a:r>
              <a:rPr lang="en-US" altLang="en-US" b="1" dirty="0">
                <a:cs typeface="Calibri"/>
              </a:rPr>
              <a:t>Public goods: </a:t>
            </a:r>
            <a:r>
              <a:rPr lang="en-US" dirty="0">
                <a:cs typeface="Calibri"/>
              </a:rPr>
              <a:t>nonexcludable and nonrival</a:t>
            </a:r>
          </a:p>
          <a:p>
            <a:pPr lvl="1">
              <a:buFont typeface="Wingdings" pitchFamily="2" charset="2"/>
              <a:buChar char="Ø"/>
            </a:pPr>
            <a:r>
              <a:rPr lang="en-US" sz="1800" dirty="0">
                <a:cs typeface="Calibri"/>
              </a:rPr>
              <a:t>E.g., national defense, fresh air</a:t>
            </a:r>
          </a:p>
          <a:p>
            <a:pPr lvl="1">
              <a:buFont typeface="Wingdings" pitchFamily="2" charset="2"/>
              <a:buChar char="Ø"/>
            </a:pPr>
            <a:endParaRPr lang="en-US" sz="1000" dirty="0">
              <a:cs typeface="Calibri"/>
            </a:endParaRPr>
          </a:p>
          <a:p>
            <a:pPr>
              <a:buFont typeface="Wingdings" pitchFamily="2" charset="2"/>
              <a:buChar char="q"/>
            </a:pPr>
            <a:r>
              <a:rPr lang="en-US" altLang="en-US" dirty="0">
                <a:cs typeface="Calibri"/>
              </a:rPr>
              <a:t>Private goods: excludable and rival</a:t>
            </a:r>
          </a:p>
          <a:p>
            <a:pPr marL="685800" lvl="1" indent="-257175">
              <a:buFont typeface="Wingdings" pitchFamily="2" charset="2"/>
              <a:buChar char="§"/>
            </a:pPr>
            <a:r>
              <a:rPr lang="en-US" altLang="en-US" sz="1800" dirty="0">
                <a:cs typeface="Calibri"/>
              </a:rPr>
              <a:t>E.g., personal computers, cars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normAutofit fontScale="90000"/>
          </a:bodyPr>
          <a:lstStyle/>
          <a:p>
            <a:r>
              <a:rPr lang="en-US" altLang="en-US" dirty="0"/>
              <a:t>Collaboration Problems &amp; Public Goods</a:t>
            </a:r>
          </a:p>
        </p:txBody>
      </p:sp>
      <p:sp>
        <p:nvSpPr>
          <p:cNvPr id="3" name="Content Placeholder 2"/>
          <p:cNvSpPr>
            <a:spLocks noGrp="1"/>
          </p:cNvSpPr>
          <p:nvPr>
            <p:ph idx="1"/>
          </p:nvPr>
        </p:nvSpPr>
        <p:spPr>
          <a:xfrm>
            <a:off x="723900" y="2197493"/>
            <a:ext cx="7886700" cy="4050907"/>
          </a:xfrm>
        </p:spPr>
        <p:txBody>
          <a:bodyPr vert="horz" lIns="68580" tIns="34290" rIns="68580" bIns="34290" rtlCol="0" anchor="t">
            <a:normAutofit fontScale="92500" lnSpcReduction="10000"/>
          </a:bodyPr>
          <a:lstStyle/>
          <a:p>
            <a:pPr>
              <a:buFont typeface="Wingdings" pitchFamily="2" charset="2"/>
              <a:buChar char="q"/>
            </a:pPr>
            <a:r>
              <a:rPr lang="en-US" altLang="en-US" b="1" dirty="0">
                <a:cs typeface="Calibri"/>
              </a:rPr>
              <a:t>Collective action problems: </a:t>
            </a:r>
            <a:r>
              <a:rPr lang="en-US" dirty="0">
                <a:cs typeface="Calibri"/>
              </a:rPr>
              <a:t>Obstacles to cooperation that occur when actors have incentives to collaborate but each acts with the expectation that others will pay the costs of cooperation.</a:t>
            </a:r>
          </a:p>
          <a:p>
            <a:pPr>
              <a:buFont typeface="Wingdings" pitchFamily="2" charset="2"/>
              <a:buChar char="q"/>
            </a:pPr>
            <a:endParaRPr lang="en-US" sz="1000" dirty="0">
              <a:cs typeface="Calibri"/>
            </a:endParaRPr>
          </a:p>
          <a:p>
            <a:pPr>
              <a:buFont typeface="Wingdings" pitchFamily="2" charset="2"/>
              <a:buChar char="q"/>
            </a:pPr>
            <a:r>
              <a:rPr lang="en-US" altLang="en-US" b="1" dirty="0">
                <a:cs typeface="Calibri"/>
              </a:rPr>
              <a:t>Free Riding: </a:t>
            </a:r>
            <a:r>
              <a:rPr lang="en-US" dirty="0">
                <a:cs typeface="Calibri"/>
              </a:rPr>
              <a:t>The failure to contribute to a public good while benefiting from the contributions of others.</a:t>
            </a:r>
          </a:p>
          <a:p>
            <a:pPr lvl="1">
              <a:buFont typeface="Wingdings" pitchFamily="2" charset="2"/>
              <a:buChar char="Ø"/>
            </a:pPr>
            <a:r>
              <a:rPr lang="en-US" dirty="0"/>
              <a:t>Free-rider: a person who received the benefit of a good but avoids paying for it.</a:t>
            </a:r>
          </a:p>
          <a:p>
            <a:pPr>
              <a:buFont typeface="Wingdings" pitchFamily="2" charset="2"/>
              <a:buChar char="q"/>
            </a:pPr>
            <a:endParaRPr lang="en-US" sz="1100" dirty="0">
              <a:cs typeface="Calibri"/>
            </a:endParaRPr>
          </a:p>
          <a:p>
            <a:pPr>
              <a:buFont typeface="Wingdings" pitchFamily="2" charset="2"/>
              <a:buChar char="q"/>
            </a:pPr>
            <a:r>
              <a:rPr lang="en-US" dirty="0"/>
              <a:t>Because of  people’s incentives to free ride, collaboration unlikely to occur even when large group of people have common interests.</a:t>
            </a:r>
          </a:p>
          <a:p>
            <a:pPr marL="257175" indent="-257175">
              <a:buChar char="§"/>
            </a:pPr>
            <a:endParaRPr lang="en-US" sz="1800" dirty="0">
              <a:latin typeface="Cambria"/>
              <a:cs typeface="Calibri"/>
            </a:endParaRPr>
          </a:p>
        </p:txBody>
      </p:sp>
    </p:spTree>
    <p:extLst>
      <p:ext uri="{BB962C8B-B14F-4D97-AF65-F5344CB8AC3E}">
        <p14:creationId xmlns:p14="http://schemas.microsoft.com/office/powerpoint/2010/main" val="41023036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C7DBC7F-745F-26A8-BE98-69D87A482A27}"/>
              </a:ext>
            </a:extLst>
          </p:cNvPr>
          <p:cNvGrpSpPr/>
          <p:nvPr/>
        </p:nvGrpSpPr>
        <p:grpSpPr>
          <a:xfrm>
            <a:off x="990600" y="382250"/>
            <a:ext cx="7239000" cy="5864900"/>
            <a:chOff x="990600" y="382250"/>
            <a:chExt cx="7239000" cy="5864900"/>
          </a:xfrm>
        </p:grpSpPr>
        <p:sp>
          <p:nvSpPr>
            <p:cNvPr id="4" name="TextBox 3">
              <a:extLst>
                <a:ext uri="{FF2B5EF4-FFF2-40B4-BE49-F238E27FC236}">
                  <a16:creationId xmlns:a16="http://schemas.microsoft.com/office/drawing/2014/main" id="{78D8A637-EF3D-256B-8BEF-F83768273B8A}"/>
                </a:ext>
              </a:extLst>
            </p:cNvPr>
            <p:cNvSpPr txBox="1"/>
            <p:nvPr/>
          </p:nvSpPr>
          <p:spPr>
            <a:xfrm>
              <a:off x="990600" y="382250"/>
              <a:ext cx="7239000" cy="1446550"/>
            </a:xfrm>
            <a:prstGeom prst="rect">
              <a:avLst/>
            </a:prstGeom>
            <a:noFill/>
          </p:spPr>
          <p:txBody>
            <a:bodyPr wrap="square">
              <a:spAutoFit/>
            </a:bodyPr>
            <a:lstStyle/>
            <a:p>
              <a:pPr algn="ctr"/>
              <a:r>
                <a:rPr lang="en-US" sz="4400" dirty="0"/>
                <a:t>Collaboration Problems and Public Goods </a:t>
              </a:r>
              <a:r>
                <a:rPr lang="mr-IN" altLang="en-US" sz="4400" dirty="0"/>
                <a:t>– </a:t>
              </a:r>
              <a:r>
                <a:rPr lang="en-US" sz="4400" dirty="0"/>
                <a:t>NATO</a:t>
              </a:r>
              <a:endParaRPr lang="en-US" dirty="0"/>
            </a:p>
          </p:txBody>
        </p:sp>
        <p:pic>
          <p:nvPicPr>
            <p:cNvPr id="12" name="Picture 11">
              <a:extLst>
                <a:ext uri="{FF2B5EF4-FFF2-40B4-BE49-F238E27FC236}">
                  <a16:creationId xmlns:a16="http://schemas.microsoft.com/office/drawing/2014/main" id="{5E7AEEEC-F8F9-8A5F-EBA1-B042D5B301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4947" y="2057400"/>
              <a:ext cx="5918853" cy="4189750"/>
            </a:xfrm>
            <a:prstGeom prst="rect">
              <a:avLst/>
            </a:prstGeom>
          </p:spPr>
        </p:pic>
      </p:grpSp>
    </p:spTree>
    <p:extLst>
      <p:ext uri="{BB962C8B-B14F-4D97-AF65-F5344CB8AC3E}">
        <p14:creationId xmlns:p14="http://schemas.microsoft.com/office/powerpoint/2010/main" val="38350532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p:cNvSpPr>
            <a:spLocks noGrp="1"/>
          </p:cNvSpPr>
          <p:nvPr>
            <p:ph type="title"/>
          </p:nvPr>
        </p:nvSpPr>
        <p:spPr>
          <a:xfrm>
            <a:off x="628650" y="457200"/>
            <a:ext cx="7886700" cy="1295400"/>
          </a:xfrm>
        </p:spPr>
        <p:txBody>
          <a:bodyPr>
            <a:normAutofit fontScale="90000"/>
          </a:bodyPr>
          <a:lstStyle/>
          <a:p>
            <a:r>
              <a:rPr lang="en-US" altLang="en-US" dirty="0"/>
              <a:t>Numbers, Iteration, Linkage, and Information</a:t>
            </a:r>
          </a:p>
        </p:txBody>
      </p:sp>
      <p:sp>
        <p:nvSpPr>
          <p:cNvPr id="3" name="Content Placeholder 2"/>
          <p:cNvSpPr>
            <a:spLocks noGrp="1"/>
          </p:cNvSpPr>
          <p:nvPr>
            <p:ph idx="1"/>
          </p:nvPr>
        </p:nvSpPr>
        <p:spPr>
          <a:xfrm>
            <a:off x="628650" y="2362201"/>
            <a:ext cx="7886700" cy="4267200"/>
          </a:xfrm>
        </p:spPr>
        <p:txBody>
          <a:bodyPr vert="horz" lIns="68580" tIns="34290" rIns="68580" bIns="34290" rtlCol="0" anchor="t">
            <a:noAutofit/>
          </a:bodyPr>
          <a:lstStyle/>
          <a:p>
            <a:pPr>
              <a:buFont typeface="Wingdings" pitchFamily="2" charset="2"/>
              <a:buChar char="q"/>
            </a:pPr>
            <a:r>
              <a:rPr lang="en-US" altLang="en-US" b="1" dirty="0">
                <a:cs typeface="Calibri"/>
              </a:rPr>
              <a:t>Numbers</a:t>
            </a:r>
            <a:r>
              <a:rPr lang="en-US" altLang="en-US" dirty="0">
                <a:cs typeface="Calibri"/>
              </a:rPr>
              <a:t>: The more actors, the more difficult it is to compromise.</a:t>
            </a:r>
          </a:p>
          <a:p>
            <a:pPr>
              <a:buFont typeface="Wingdings" pitchFamily="2" charset="2"/>
              <a:buChar char="q"/>
            </a:pPr>
            <a:endParaRPr lang="en-US" sz="800" dirty="0"/>
          </a:p>
          <a:p>
            <a:pPr>
              <a:buFont typeface="Wingdings" pitchFamily="2" charset="2"/>
              <a:buChar char="q"/>
            </a:pPr>
            <a:r>
              <a:rPr lang="en-US" altLang="en-US" dirty="0">
                <a:cs typeface="Calibri"/>
              </a:rPr>
              <a:t>Iteration, linkage, &amp; reciprocity:</a:t>
            </a:r>
          </a:p>
          <a:p>
            <a:pPr marL="714375" lvl="1" indent="-285750">
              <a:buFont typeface="Wingdings" pitchFamily="2" charset="2"/>
              <a:buChar char="Ø"/>
            </a:pPr>
            <a:r>
              <a:rPr lang="en-US" altLang="en-US" sz="1800" b="1" dirty="0">
                <a:cs typeface="Calibri"/>
              </a:rPr>
              <a:t>Iteration: </a:t>
            </a:r>
            <a:r>
              <a:rPr lang="en-US" altLang="en-US" sz="1800" dirty="0">
                <a:cs typeface="Calibri"/>
              </a:rPr>
              <a:t>repeated interactions with the same partners.</a:t>
            </a:r>
            <a:endParaRPr lang="en-US" sz="1800" dirty="0"/>
          </a:p>
          <a:p>
            <a:pPr marL="714375" lvl="1" indent="-285750">
              <a:buFont typeface="Wingdings" pitchFamily="2" charset="2"/>
              <a:buChar char="Ø"/>
            </a:pPr>
            <a:r>
              <a:rPr lang="en-US" altLang="en-US" sz="1800" b="1" dirty="0">
                <a:cs typeface="Calibri"/>
              </a:rPr>
              <a:t>Linkage: </a:t>
            </a:r>
            <a:r>
              <a:rPr lang="en-US" altLang="en-US" sz="1800" dirty="0">
                <a:cs typeface="Calibri"/>
              </a:rPr>
              <a:t>The linking of cooperation on one issue to interactions on a second issue.</a:t>
            </a:r>
            <a:endParaRPr lang="en-US" sz="1800" dirty="0"/>
          </a:p>
          <a:p>
            <a:pPr marL="714375" lvl="1" indent="-285750">
              <a:buFont typeface="Wingdings" pitchFamily="2" charset="2"/>
              <a:buChar char="Ø"/>
            </a:pPr>
            <a:r>
              <a:rPr lang="en-US" altLang="en-US" sz="1800" b="1" dirty="0">
                <a:cs typeface="Calibri"/>
              </a:rPr>
              <a:t>Reciprocal punishment</a:t>
            </a:r>
            <a:r>
              <a:rPr lang="en-US" altLang="en-US" sz="1800" dirty="0">
                <a:cs typeface="Calibri"/>
              </a:rPr>
              <a:t> (tit-for-tat) </a:t>
            </a:r>
          </a:p>
          <a:p>
            <a:pPr marL="714375" lvl="1" indent="-285750">
              <a:buFont typeface="Wingdings" pitchFamily="2" charset="2"/>
              <a:buChar char="q"/>
            </a:pPr>
            <a:endParaRPr lang="en-US" altLang="en-US" sz="1000" dirty="0">
              <a:cs typeface="Calibri"/>
            </a:endParaRPr>
          </a:p>
          <a:p>
            <a:pPr marL="412432" indent="-285750">
              <a:buFont typeface="Wingdings" pitchFamily="2" charset="2"/>
              <a:buChar char="q"/>
            </a:pPr>
            <a:r>
              <a:rPr lang="en-US" altLang="en-US" b="1" dirty="0">
                <a:cs typeface="Calibri"/>
              </a:rPr>
              <a:t>Information</a:t>
            </a:r>
            <a:r>
              <a:rPr lang="en-US" altLang="en-US" dirty="0">
                <a:cs typeface="Calibri"/>
              </a:rPr>
              <a:t> can help actors determine what to do.</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1" y="2209800"/>
            <a:ext cx="8001000" cy="3916363"/>
          </a:xfrm>
        </p:spPr>
        <p:txBody>
          <a:bodyPr vert="horz" lIns="68580" tIns="34290" rIns="68580" bIns="34290" rtlCol="0" anchor="t">
            <a:normAutofit/>
          </a:bodyPr>
          <a:lstStyle/>
          <a:p>
            <a:pPr>
              <a:buFont typeface="Wingdings" pitchFamily="2" charset="2"/>
              <a:buChar char="q"/>
            </a:pPr>
            <a:r>
              <a:rPr lang="en-US" altLang="en-US" sz="2200" dirty="0">
                <a:cs typeface="Calibri"/>
              </a:rPr>
              <a:t>Bargaining creates winners and losers.</a:t>
            </a:r>
          </a:p>
          <a:p>
            <a:pPr>
              <a:buFont typeface="Wingdings" pitchFamily="2" charset="2"/>
              <a:buChar char="q"/>
            </a:pPr>
            <a:endParaRPr lang="en-US" altLang="en-US" sz="1000" dirty="0">
              <a:cs typeface="Calibri"/>
            </a:endParaRPr>
          </a:p>
          <a:p>
            <a:pPr>
              <a:buFont typeface="Wingdings" pitchFamily="2" charset="2"/>
              <a:buChar char="q"/>
            </a:pPr>
            <a:r>
              <a:rPr lang="en-US" sz="2200" dirty="0">
                <a:cs typeface="Calibri"/>
              </a:rPr>
              <a:t>What determines the outcome of bargaining?</a:t>
            </a:r>
            <a:endParaRPr lang="en-US" sz="2200" dirty="0"/>
          </a:p>
          <a:p>
            <a:pPr marL="0" indent="0">
              <a:buNone/>
            </a:pPr>
            <a:endParaRPr lang="en-US" altLang="en-US" sz="1000" b="1" dirty="0">
              <a:cs typeface="Calibri"/>
            </a:endParaRPr>
          </a:p>
          <a:p>
            <a:pPr>
              <a:buFont typeface="Wingdings" pitchFamily="2" charset="2"/>
              <a:buChar char="q"/>
            </a:pPr>
            <a:r>
              <a:rPr lang="en-US" altLang="en-US" sz="2200" b="1" dirty="0">
                <a:cs typeface="Calibri"/>
              </a:rPr>
              <a:t>Power</a:t>
            </a:r>
            <a:r>
              <a:rPr lang="en-US" altLang="en-US" sz="2200" dirty="0">
                <a:cs typeface="Calibri"/>
              </a:rPr>
              <a:t> is the </a:t>
            </a:r>
            <a:r>
              <a:rPr lang="en-US" sz="2200" dirty="0">
                <a:cs typeface="Calibri"/>
              </a:rPr>
              <a:t>ability of Actor A to get Actor B to do something that B would otherwise not do; the ability to get the other side to make concessions and to avoid having to make concessions oneself.</a:t>
            </a:r>
          </a:p>
          <a:p>
            <a:pPr marL="714375" lvl="1" indent="-285750">
              <a:buFont typeface="Wingdings" pitchFamily="2" charset="2"/>
              <a:buChar char="Ø"/>
            </a:pPr>
            <a:r>
              <a:rPr lang="en-US" sz="1800" dirty="0">
                <a:cs typeface="Calibri"/>
              </a:rPr>
              <a:t>Power is sometimes an interest, or an end in itself.</a:t>
            </a:r>
          </a:p>
          <a:p>
            <a:pPr marL="714375" lvl="1" indent="-285750">
              <a:buFont typeface="Wingdings" pitchFamily="2" charset="2"/>
              <a:buChar char="Ø"/>
            </a:pPr>
            <a:r>
              <a:rPr lang="en-US" sz="1800" dirty="0">
                <a:cs typeface="Calibri"/>
              </a:rPr>
              <a:t>Sometimes, power is a set of circumstances that structure or constrain choice. </a:t>
            </a:r>
            <a:endParaRPr lang="en-US" sz="1800" dirty="0"/>
          </a:p>
          <a:p>
            <a:endParaRPr lang="en-US" dirty="0"/>
          </a:p>
          <a:p>
            <a:endParaRPr lang="en-US" altLang="en-US" b="1" dirty="0"/>
          </a:p>
        </p:txBody>
      </p:sp>
      <p:grpSp>
        <p:nvGrpSpPr>
          <p:cNvPr id="8" name="Group 7">
            <a:extLst>
              <a:ext uri="{FF2B5EF4-FFF2-40B4-BE49-F238E27FC236}">
                <a16:creationId xmlns:a16="http://schemas.microsoft.com/office/drawing/2014/main" id="{EC6DA380-082E-2011-84B4-2DEB3BFFEB31}"/>
              </a:ext>
            </a:extLst>
          </p:cNvPr>
          <p:cNvGrpSpPr/>
          <p:nvPr/>
        </p:nvGrpSpPr>
        <p:grpSpPr>
          <a:xfrm>
            <a:off x="533400" y="304800"/>
            <a:ext cx="8610600" cy="6440107"/>
            <a:chOff x="533400" y="304800"/>
            <a:chExt cx="8610600" cy="6440107"/>
          </a:xfrm>
        </p:grpSpPr>
        <p:pic>
          <p:nvPicPr>
            <p:cNvPr id="4" name="Picture 3" descr="A blue outline of arm wrestling&#10;&#10;Description automatically generated">
              <a:extLst>
                <a:ext uri="{FF2B5EF4-FFF2-40B4-BE49-F238E27FC236}">
                  <a16:creationId xmlns:a16="http://schemas.microsoft.com/office/drawing/2014/main" id="{A2967C91-EA36-8D56-EC73-2970C6FCCC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3101" y="4720964"/>
              <a:ext cx="3390899" cy="2023943"/>
            </a:xfrm>
            <a:prstGeom prst="rect">
              <a:avLst/>
            </a:prstGeom>
          </p:spPr>
        </p:pic>
        <p:sp>
          <p:nvSpPr>
            <p:cNvPr id="7" name="TextBox 6">
              <a:extLst>
                <a:ext uri="{FF2B5EF4-FFF2-40B4-BE49-F238E27FC236}">
                  <a16:creationId xmlns:a16="http://schemas.microsoft.com/office/drawing/2014/main" id="{F313B2B0-26B7-06BF-1244-B0C72853634B}"/>
                </a:ext>
              </a:extLst>
            </p:cNvPr>
            <p:cNvSpPr txBox="1"/>
            <p:nvPr/>
          </p:nvSpPr>
          <p:spPr>
            <a:xfrm>
              <a:off x="533400" y="304800"/>
              <a:ext cx="8153400" cy="1446550"/>
            </a:xfrm>
            <a:prstGeom prst="rect">
              <a:avLst/>
            </a:prstGeom>
            <a:noFill/>
          </p:spPr>
          <p:txBody>
            <a:bodyPr wrap="square">
              <a:spAutoFit/>
            </a:bodyPr>
            <a:lstStyle/>
            <a:p>
              <a:pPr algn="ctr"/>
              <a:r>
                <a:rPr lang="en-US" altLang="en-US" sz="4400" dirty="0">
                  <a:solidFill>
                    <a:schemeClr val="bg1"/>
                  </a:solidFill>
                </a:rPr>
                <a:t>Who Wins and Who Loses in Bargaining?</a:t>
              </a:r>
              <a:endParaRPr lang="en-US" dirty="0">
                <a:solidFill>
                  <a:schemeClr val="bg1"/>
                </a:solidFil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3CF23-E89D-4E41-96D1-2A271E5C45C4}"/>
              </a:ext>
            </a:extLst>
          </p:cNvPr>
          <p:cNvSpPr>
            <a:spLocks noGrp="1"/>
          </p:cNvSpPr>
          <p:nvPr>
            <p:ph type="title"/>
          </p:nvPr>
        </p:nvSpPr>
        <p:spPr/>
        <p:txBody>
          <a:bodyPr>
            <a:normAutofit/>
          </a:bodyPr>
          <a:lstStyle/>
          <a:p>
            <a:r>
              <a:rPr lang="en-US" dirty="0"/>
              <a:t>Bargaining Power</a:t>
            </a:r>
          </a:p>
        </p:txBody>
      </p:sp>
      <p:sp>
        <p:nvSpPr>
          <p:cNvPr id="3" name="Content Placeholder 2">
            <a:extLst>
              <a:ext uri="{FF2B5EF4-FFF2-40B4-BE49-F238E27FC236}">
                <a16:creationId xmlns:a16="http://schemas.microsoft.com/office/drawing/2014/main" id="{284838B6-16D7-1A44-BB92-7A2A7EA748FB}"/>
              </a:ext>
            </a:extLst>
          </p:cNvPr>
          <p:cNvSpPr>
            <a:spLocks noGrp="1"/>
          </p:cNvSpPr>
          <p:nvPr>
            <p:ph idx="1"/>
          </p:nvPr>
        </p:nvSpPr>
        <p:spPr>
          <a:xfrm>
            <a:off x="762000" y="1828800"/>
            <a:ext cx="7696199" cy="4297363"/>
          </a:xfrm>
        </p:spPr>
        <p:txBody>
          <a:bodyPr vert="horz" lIns="68580" tIns="34290" rIns="68580" bIns="34290" rtlCol="0" anchor="t">
            <a:normAutofit/>
          </a:bodyPr>
          <a:lstStyle/>
          <a:p>
            <a:pPr>
              <a:buFont typeface="Wingdings" pitchFamily="2" charset="2"/>
              <a:buChar char="q"/>
            </a:pPr>
            <a:r>
              <a:rPr lang="en-US" b="1" dirty="0">
                <a:cs typeface="Calibri"/>
              </a:rPr>
              <a:t>Reversion outcome</a:t>
            </a:r>
            <a:r>
              <a:rPr lang="en-US" dirty="0">
                <a:cs typeface="Calibri"/>
              </a:rPr>
              <a:t>: The outcome that occurs when no bargain is achieved or the </a:t>
            </a:r>
            <a:r>
              <a:rPr lang="en-US" b="1" dirty="0">
                <a:cs typeface="Calibri"/>
              </a:rPr>
              <a:t>status quo</a:t>
            </a:r>
            <a:r>
              <a:rPr lang="en-US" dirty="0">
                <a:cs typeface="Calibri"/>
              </a:rPr>
              <a:t>.</a:t>
            </a:r>
            <a:endParaRPr lang="en-US" dirty="0"/>
          </a:p>
          <a:p>
            <a:pPr marL="714375" lvl="1" indent="-285750">
              <a:buFont typeface="Wingdings" pitchFamily="2" charset="2"/>
              <a:buChar char="Ø"/>
            </a:pPr>
            <a:r>
              <a:rPr lang="en-US" sz="1800" dirty="0">
                <a:cs typeface="Calibri"/>
              </a:rPr>
              <a:t>The actor who would be more satisfied with the reversion outcome generally has less incentive to make concessions.</a:t>
            </a:r>
          </a:p>
          <a:p>
            <a:pPr marL="685800" lvl="1" indent="-257175">
              <a:buFont typeface="Wingdings"/>
              <a:buChar char="§"/>
            </a:pPr>
            <a:endParaRPr lang="en-US" dirty="0"/>
          </a:p>
          <a:p>
            <a:pPr>
              <a:buFont typeface="Wingdings" pitchFamily="2" charset="2"/>
              <a:buChar char="q"/>
            </a:pPr>
            <a:r>
              <a:rPr lang="en-US" b="1" dirty="0">
                <a:cs typeface="Calibri"/>
              </a:rPr>
              <a:t>Coercion: </a:t>
            </a:r>
            <a:r>
              <a:rPr lang="en-US" dirty="0">
                <a:cs typeface="Calibri"/>
              </a:rPr>
              <a:t>A strategy of imposing or threatening to impose costs on other actors in order to induce a change in their behavior.</a:t>
            </a:r>
          </a:p>
          <a:p>
            <a:pPr marL="714375" lvl="1" indent="-285750">
              <a:buFont typeface="Wingdings" pitchFamily="2" charset="2"/>
              <a:buChar char="Ø"/>
            </a:pPr>
            <a:r>
              <a:rPr lang="en-US" sz="1800" dirty="0">
                <a:cs typeface="Calibri"/>
              </a:rPr>
              <a:t>Military force</a:t>
            </a:r>
          </a:p>
          <a:p>
            <a:pPr marL="714375" lvl="1" indent="-285750">
              <a:buFont typeface="Wingdings" pitchFamily="2" charset="2"/>
              <a:buChar char="Ø"/>
            </a:pPr>
            <a:r>
              <a:rPr lang="en-US" sz="1800" dirty="0">
                <a:cs typeface="Calibri"/>
              </a:rPr>
              <a:t>Economic sanctions</a:t>
            </a:r>
            <a:endParaRPr lang="en-US" dirty="0"/>
          </a:p>
          <a:p>
            <a:endParaRPr lang="en-US" b="1" dirty="0"/>
          </a:p>
          <a:p>
            <a:endParaRPr lang="en-US" i="1" dirty="0"/>
          </a:p>
        </p:txBody>
      </p:sp>
    </p:spTree>
    <p:extLst>
      <p:ext uri="{BB962C8B-B14F-4D97-AF65-F5344CB8AC3E}">
        <p14:creationId xmlns:p14="http://schemas.microsoft.com/office/powerpoint/2010/main" val="36080064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031BEA-72E4-EB47-8E30-561402B12437}"/>
              </a:ext>
            </a:extLst>
          </p:cNvPr>
          <p:cNvSpPr>
            <a:spLocks noGrp="1"/>
          </p:cNvSpPr>
          <p:nvPr>
            <p:ph type="title"/>
          </p:nvPr>
        </p:nvSpPr>
        <p:spPr/>
        <p:txBody>
          <a:bodyPr>
            <a:normAutofit/>
          </a:bodyPr>
          <a:lstStyle/>
          <a:p>
            <a:r>
              <a:rPr lang="en-US" dirty="0"/>
              <a:t>Bargaining Power</a:t>
            </a:r>
          </a:p>
        </p:txBody>
      </p:sp>
      <p:sp>
        <p:nvSpPr>
          <p:cNvPr id="6" name="Content Placeholder 5">
            <a:extLst>
              <a:ext uri="{FF2B5EF4-FFF2-40B4-BE49-F238E27FC236}">
                <a16:creationId xmlns:a16="http://schemas.microsoft.com/office/drawing/2014/main" id="{7E380C88-A035-5E41-A623-3A593A621043}"/>
              </a:ext>
            </a:extLst>
          </p:cNvPr>
          <p:cNvSpPr>
            <a:spLocks noGrp="1"/>
          </p:cNvSpPr>
          <p:nvPr>
            <p:ph idx="1"/>
          </p:nvPr>
        </p:nvSpPr>
        <p:spPr>
          <a:xfrm>
            <a:off x="685800" y="2133600"/>
            <a:ext cx="8001000" cy="3992563"/>
          </a:xfrm>
        </p:spPr>
        <p:txBody>
          <a:bodyPr vert="horz" lIns="68580" tIns="34290" rIns="68580" bIns="34290" rtlCol="0" anchor="t">
            <a:normAutofit/>
          </a:bodyPr>
          <a:lstStyle/>
          <a:p>
            <a:pPr>
              <a:buFont typeface="Wingdings" pitchFamily="2" charset="2"/>
              <a:buChar char="q"/>
            </a:pPr>
            <a:r>
              <a:rPr lang="en-US" b="1" dirty="0">
                <a:cs typeface="Calibri"/>
              </a:rPr>
              <a:t>Outside options: </a:t>
            </a:r>
            <a:r>
              <a:rPr lang="en-US" dirty="0">
                <a:cs typeface="Calibri"/>
              </a:rPr>
              <a:t>the alternatives to bargaining with a specific actor.</a:t>
            </a:r>
            <a:endParaRPr lang="en-US" dirty="0"/>
          </a:p>
          <a:p>
            <a:pPr marL="714375" lvl="1" indent="-285750">
              <a:buFont typeface="Wingdings" pitchFamily="2" charset="2"/>
              <a:buChar char="Ø"/>
            </a:pPr>
            <a:r>
              <a:rPr lang="en-US" sz="1800" dirty="0">
                <a:cs typeface="Calibri"/>
              </a:rPr>
              <a:t>The reversion outcome is the next-best alternative for the party with the outside option. </a:t>
            </a:r>
          </a:p>
          <a:p>
            <a:pPr marL="685800" lvl="1" indent="-257175">
              <a:buFont typeface="Wingdings"/>
              <a:buChar char="§"/>
            </a:pPr>
            <a:endParaRPr lang="en-US" sz="1800" dirty="0"/>
          </a:p>
          <a:p>
            <a:pPr>
              <a:buFont typeface="Wingdings" pitchFamily="2" charset="2"/>
              <a:buChar char="q"/>
            </a:pPr>
            <a:r>
              <a:rPr lang="en-US" b="1" dirty="0">
                <a:cs typeface="Calibri"/>
              </a:rPr>
              <a:t>Agenda setting: </a:t>
            </a:r>
            <a:r>
              <a:rPr lang="en-US" dirty="0">
                <a:cs typeface="Calibri"/>
              </a:rPr>
              <a:t>actions taken before or during bargaining that make the reversion outcome more favorable for one party.</a:t>
            </a:r>
          </a:p>
          <a:p>
            <a:pPr marL="714375" lvl="1" indent="-285750">
              <a:buFont typeface="Wingdings" pitchFamily="2" charset="2"/>
              <a:buChar char="Ø"/>
            </a:pPr>
            <a:r>
              <a:rPr lang="en-US" sz="1800" dirty="0">
                <a:cs typeface="Calibri"/>
              </a:rPr>
              <a:t>Can be a source of leverage, as the party that acts first can alter the choices available to others. </a:t>
            </a:r>
            <a:endParaRPr lang="en-US" sz="1800" dirty="0"/>
          </a:p>
        </p:txBody>
      </p:sp>
    </p:spTree>
    <p:extLst>
      <p:ext uri="{BB962C8B-B14F-4D97-AF65-F5344CB8AC3E}">
        <p14:creationId xmlns:p14="http://schemas.microsoft.com/office/powerpoint/2010/main" val="14760121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normAutofit fontScale="90000"/>
          </a:bodyPr>
          <a:lstStyle/>
          <a:p>
            <a:r>
              <a:rPr lang="en-US" altLang="en-US" dirty="0"/>
              <a:t>Institutions: Do Rules Matter in World Politics?</a:t>
            </a:r>
          </a:p>
        </p:txBody>
      </p:sp>
      <p:sp>
        <p:nvSpPr>
          <p:cNvPr id="71682" name="Content Placeholder 2"/>
          <p:cNvSpPr>
            <a:spLocks noGrp="1"/>
          </p:cNvSpPr>
          <p:nvPr>
            <p:ph idx="1"/>
          </p:nvPr>
        </p:nvSpPr>
        <p:spPr>
          <a:xfrm>
            <a:off x="762000" y="2286000"/>
            <a:ext cx="7619999" cy="3840163"/>
          </a:xfrm>
        </p:spPr>
        <p:txBody>
          <a:bodyPr vert="horz" lIns="68580" tIns="34290" rIns="68580" bIns="34290" rtlCol="0" anchor="t">
            <a:normAutofit/>
          </a:bodyPr>
          <a:lstStyle/>
          <a:p>
            <a:pPr>
              <a:buFont typeface="Wingdings" pitchFamily="2" charset="2"/>
              <a:buChar char="q"/>
            </a:pPr>
            <a:r>
              <a:rPr lang="en-US" altLang="en-US" b="1" dirty="0">
                <a:cs typeface="Calibri"/>
              </a:rPr>
              <a:t>Institutions: </a:t>
            </a:r>
            <a:r>
              <a:rPr lang="en-US" dirty="0">
                <a:cs typeface="Calibri"/>
              </a:rPr>
              <a:t>Sets of rules (known and shared by the relevant community) that structure interactions in specific ways.</a:t>
            </a:r>
          </a:p>
          <a:p>
            <a:pPr lvl="1">
              <a:buFont typeface="Wingdings" pitchFamily="2" charset="2"/>
              <a:buChar char="Ø"/>
            </a:pPr>
            <a:r>
              <a:rPr lang="en-US" sz="2000" b="1" dirty="0">
                <a:cs typeface="Calibri"/>
              </a:rPr>
              <a:t>Formal institutions</a:t>
            </a:r>
            <a:r>
              <a:rPr lang="en-US" sz="2000" dirty="0">
                <a:cs typeface="Calibri"/>
              </a:rPr>
              <a:t>: established, codified systems that govern behavior through explicit rules and regulations. </a:t>
            </a:r>
          </a:p>
          <a:p>
            <a:pPr lvl="2">
              <a:buFont typeface="Wingdings" pitchFamily="2" charset="2"/>
              <a:buChar char="v"/>
            </a:pPr>
            <a:r>
              <a:rPr lang="en-US" sz="1400" dirty="0">
                <a:cs typeface="Calibri"/>
              </a:rPr>
              <a:t>E.g., treaties, international organizations</a:t>
            </a:r>
          </a:p>
          <a:p>
            <a:pPr lvl="2">
              <a:buFont typeface="Wingdings" pitchFamily="2" charset="2"/>
              <a:buChar char="v"/>
            </a:pPr>
            <a:endParaRPr lang="en-US" sz="1400" dirty="0">
              <a:cs typeface="Calibri"/>
            </a:endParaRPr>
          </a:p>
          <a:p>
            <a:pPr lvl="1">
              <a:buFont typeface="Wingdings" pitchFamily="2" charset="2"/>
              <a:buChar char="Ø"/>
            </a:pPr>
            <a:r>
              <a:rPr lang="en-US" sz="2000" b="1" dirty="0">
                <a:cs typeface="Calibri"/>
              </a:rPr>
              <a:t>Informal institutions</a:t>
            </a:r>
            <a:r>
              <a:rPr lang="en-US" sz="2000" dirty="0">
                <a:cs typeface="Calibri"/>
              </a:rPr>
              <a:t>: unwritten, socially shared rules, norms, and conventions that influence behavior</a:t>
            </a:r>
          </a:p>
          <a:p>
            <a:pPr lvl="2">
              <a:buFont typeface="Wingdings" pitchFamily="2" charset="2"/>
              <a:buChar char="v"/>
            </a:pPr>
            <a:r>
              <a:rPr lang="en-US" sz="1400" dirty="0">
                <a:cs typeface="Calibri"/>
              </a:rPr>
              <a:t>E.g., human rights,  global environmental protection</a:t>
            </a:r>
          </a:p>
          <a:p>
            <a:pPr marL="0" indent="0">
              <a:buNone/>
            </a:pPr>
            <a:endParaRPr lang="en-US" dirty="0"/>
          </a:p>
          <a:p>
            <a:pPr marL="342900" indent="-342900">
              <a:buFont typeface="Arial" panose="020B0604020202020204" pitchFamily="34" charset="0"/>
              <a:buChar char="•"/>
            </a:pPr>
            <a:endParaRPr lang="en-US" dirty="0"/>
          </a:p>
          <a:p>
            <a:endParaRPr lang="en-US" altLang="en-US"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normAutofit fontScale="90000"/>
          </a:bodyPr>
          <a:lstStyle/>
          <a:p>
            <a:r>
              <a:rPr lang="en-US" altLang="en-US" dirty="0"/>
              <a:t>How Do Institutions Affect Cooperation?</a:t>
            </a:r>
          </a:p>
        </p:txBody>
      </p:sp>
      <p:sp>
        <p:nvSpPr>
          <p:cNvPr id="3" name="Content Placeholder 2"/>
          <p:cNvSpPr>
            <a:spLocks noGrp="1"/>
          </p:cNvSpPr>
          <p:nvPr>
            <p:ph idx="1"/>
          </p:nvPr>
        </p:nvSpPr>
        <p:spPr>
          <a:xfrm>
            <a:off x="628650" y="1949844"/>
            <a:ext cx="7886700" cy="4050907"/>
          </a:xfrm>
        </p:spPr>
        <p:txBody>
          <a:bodyPr vert="horz" lIns="68580" tIns="34290" rIns="68580" bIns="34290" rtlCol="0" anchor="t">
            <a:normAutofit/>
          </a:bodyPr>
          <a:lstStyle/>
          <a:p>
            <a:pPr>
              <a:buFont typeface="Wingdings" pitchFamily="2" charset="2"/>
              <a:buChar char="q"/>
            </a:pPr>
            <a:r>
              <a:rPr lang="en-US" altLang="en-US" sz="2200" dirty="0">
                <a:cs typeface="Calibri"/>
              </a:rPr>
              <a:t>Enforcement or punishment is used by institutions to promote cooperation.</a:t>
            </a:r>
            <a:endParaRPr lang="en-US" altLang="en-US" sz="2200" dirty="0"/>
          </a:p>
          <a:p>
            <a:pPr marL="714375" lvl="1" indent="-285750">
              <a:buFont typeface="Wingdings" pitchFamily="2" charset="2"/>
              <a:buChar char="Ø"/>
            </a:pPr>
            <a:r>
              <a:rPr lang="en-US" altLang="en-US" sz="1800" dirty="0">
                <a:cs typeface="Calibri"/>
              </a:rPr>
              <a:t>International institutions generally lack the capacity to impose punishment on states. </a:t>
            </a:r>
          </a:p>
          <a:p>
            <a:pPr marL="714375" lvl="1" indent="-285750">
              <a:buFont typeface="Wingdings" pitchFamily="2" charset="2"/>
              <a:buChar char="Ø"/>
            </a:pPr>
            <a:endParaRPr lang="en-US" altLang="en-US" sz="1000" dirty="0"/>
          </a:p>
          <a:p>
            <a:pPr>
              <a:buFont typeface="Wingdings" pitchFamily="2" charset="2"/>
              <a:buChar char="q"/>
            </a:pPr>
            <a:r>
              <a:rPr lang="en-US" altLang="en-US" sz="2200" dirty="0">
                <a:cs typeface="Calibri"/>
              </a:rPr>
              <a:t>Self-enforcing agreements (no incentives to defect) </a:t>
            </a:r>
            <a:endParaRPr lang="en-US" altLang="en-US" sz="2200" dirty="0"/>
          </a:p>
          <a:p>
            <a:pPr marL="0" indent="0">
              <a:buNone/>
            </a:pPr>
            <a:endParaRPr lang="en-US" altLang="en-US" sz="1000" dirty="0">
              <a:cs typeface="Calibri"/>
            </a:endParaRPr>
          </a:p>
          <a:p>
            <a:pPr>
              <a:buFont typeface="Wingdings" pitchFamily="2" charset="2"/>
              <a:buChar char="q"/>
            </a:pPr>
            <a:r>
              <a:rPr lang="en-US" altLang="en-US" sz="2200" dirty="0">
                <a:cs typeface="Calibri"/>
              </a:rPr>
              <a:t>International institutions facilitate cooperation by: </a:t>
            </a:r>
          </a:p>
          <a:p>
            <a:pPr lvl="1">
              <a:buFont typeface="Wingdings" pitchFamily="2" charset="2"/>
              <a:buChar char="Ø"/>
            </a:pPr>
            <a:r>
              <a:rPr lang="en-US" altLang="en-US" sz="1600" dirty="0">
                <a:cs typeface="Calibri"/>
              </a:rPr>
              <a:t>Setting standards of </a:t>
            </a:r>
            <a:r>
              <a:rPr lang="en-US" sz="1600" dirty="0">
                <a:cs typeface="Calibri"/>
              </a:rPr>
              <a:t>behavior</a:t>
            </a:r>
          </a:p>
          <a:p>
            <a:pPr lvl="1">
              <a:buFont typeface="Wingdings" pitchFamily="2" charset="2"/>
              <a:buChar char="Ø"/>
            </a:pPr>
            <a:r>
              <a:rPr lang="en-US" sz="1600" dirty="0">
                <a:cs typeface="Calibri"/>
              </a:rPr>
              <a:t>Verifying compliance</a:t>
            </a:r>
          </a:p>
          <a:p>
            <a:pPr lvl="1">
              <a:buFont typeface="Wingdings" pitchFamily="2" charset="2"/>
              <a:buChar char="Ø"/>
            </a:pPr>
            <a:r>
              <a:rPr lang="en-US" sz="1600" dirty="0">
                <a:cs typeface="Calibri"/>
              </a:rPr>
              <a:t>Reducing the costs of joint decision making</a:t>
            </a:r>
          </a:p>
          <a:p>
            <a:pPr lvl="1">
              <a:buFont typeface="Wingdings" pitchFamily="2" charset="2"/>
              <a:buChar char="Ø"/>
            </a:pPr>
            <a:r>
              <a:rPr lang="en-US" sz="1600" dirty="0">
                <a:cs typeface="Calibri"/>
              </a:rPr>
              <a:t>Resolving disputes</a:t>
            </a:r>
            <a:endParaRPr lang="en-US" sz="1600" dirty="0"/>
          </a:p>
          <a:p>
            <a:endParaRPr lang="en-US"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4A863-E82E-7344-BCD0-2BB24B2C5DC0}"/>
              </a:ext>
            </a:extLst>
          </p:cNvPr>
          <p:cNvSpPr>
            <a:spLocks noGrp="1"/>
          </p:cNvSpPr>
          <p:nvPr>
            <p:ph type="title"/>
          </p:nvPr>
        </p:nvSpPr>
        <p:spPr/>
        <p:txBody>
          <a:bodyPr>
            <a:normAutofit fontScale="90000"/>
          </a:bodyPr>
          <a:lstStyle/>
          <a:p>
            <a:r>
              <a:rPr lang="en-US" altLang="en-US" dirty="0"/>
              <a:t>How Do Institutions Affect Cooperation?</a:t>
            </a:r>
            <a:endParaRPr lang="en-US" dirty="0"/>
          </a:p>
        </p:txBody>
      </p:sp>
      <p:sp>
        <p:nvSpPr>
          <p:cNvPr id="3" name="Content Placeholder 2">
            <a:extLst>
              <a:ext uri="{FF2B5EF4-FFF2-40B4-BE49-F238E27FC236}">
                <a16:creationId xmlns:a16="http://schemas.microsoft.com/office/drawing/2014/main" id="{644D2EA1-1782-5548-BA4A-11D0644088BA}"/>
              </a:ext>
            </a:extLst>
          </p:cNvPr>
          <p:cNvSpPr>
            <a:spLocks noGrp="1"/>
          </p:cNvSpPr>
          <p:nvPr>
            <p:ph idx="1"/>
          </p:nvPr>
        </p:nvSpPr>
        <p:spPr>
          <a:xfrm>
            <a:off x="628650" y="1949844"/>
            <a:ext cx="7886700" cy="4050907"/>
          </a:xfrm>
        </p:spPr>
        <p:txBody>
          <a:bodyPr vert="horz" lIns="68580" tIns="34290" rIns="68580" bIns="34290" rtlCol="0" anchor="t">
            <a:normAutofit/>
          </a:bodyPr>
          <a:lstStyle/>
          <a:p>
            <a:pPr>
              <a:buFont typeface="Wingdings" pitchFamily="2" charset="2"/>
              <a:buChar char="q"/>
            </a:pPr>
            <a:r>
              <a:rPr lang="en-US" altLang="en-US" sz="2200" dirty="0">
                <a:cs typeface="Calibri"/>
              </a:rPr>
              <a:t>Setting standards of behavior:</a:t>
            </a:r>
            <a:endParaRPr lang="en-US" sz="2200" dirty="0"/>
          </a:p>
          <a:p>
            <a:pPr marL="685800" lvl="1" indent="-257175">
              <a:buFont typeface="Wingdings"/>
              <a:buChar char="§"/>
            </a:pPr>
            <a:r>
              <a:rPr lang="en-US" altLang="en-US" sz="1800" dirty="0">
                <a:cs typeface="Calibri"/>
              </a:rPr>
              <a:t>Help to determine if an actor has violated the agreement.</a:t>
            </a:r>
            <a:endParaRPr lang="en-US" dirty="0"/>
          </a:p>
          <a:p>
            <a:pPr marL="685800" lvl="1" indent="-257175">
              <a:buFont typeface="Wingdings"/>
              <a:buChar char="§"/>
            </a:pPr>
            <a:r>
              <a:rPr lang="en-US" altLang="en-US" sz="1800" dirty="0">
                <a:cs typeface="Calibri"/>
              </a:rPr>
              <a:t>Help ensure parties’ adherence to agreed upon standards. </a:t>
            </a:r>
          </a:p>
          <a:p>
            <a:pPr marL="685800" lvl="1" indent="-257175">
              <a:buFont typeface="Wingdings"/>
              <a:buChar char="§"/>
            </a:pPr>
            <a:endParaRPr lang="en-US" sz="1000" dirty="0"/>
          </a:p>
          <a:p>
            <a:pPr>
              <a:buFont typeface="Wingdings" pitchFamily="2" charset="2"/>
              <a:buChar char="q"/>
            </a:pPr>
            <a:r>
              <a:rPr lang="en-US" altLang="en-US" sz="2200" dirty="0">
                <a:cs typeface="Calibri"/>
              </a:rPr>
              <a:t>Verifying compliance.</a:t>
            </a:r>
          </a:p>
          <a:p>
            <a:pPr marL="800100" lvl="1" indent="-285750">
              <a:buFont typeface="Wingdings" pitchFamily="2" charset="2"/>
              <a:buChar char="Ø"/>
            </a:pPr>
            <a:r>
              <a:rPr lang="en-US" altLang="en-US" sz="1800" dirty="0">
                <a:cs typeface="Calibri"/>
              </a:rPr>
              <a:t>Self-reported or regulated </a:t>
            </a:r>
          </a:p>
          <a:p>
            <a:pPr marL="800100" lvl="1" indent="-285750">
              <a:buFont typeface="Wingdings" pitchFamily="2" charset="2"/>
              <a:buChar char="Ø"/>
            </a:pPr>
            <a:r>
              <a:rPr lang="en-US" sz="1800" dirty="0">
                <a:cs typeface="Calibri"/>
              </a:rPr>
              <a:t>Allow for participating states to “check up” on each other’s compliance. </a:t>
            </a:r>
            <a:endParaRPr lang="en-US" sz="1800" dirty="0"/>
          </a:p>
        </p:txBody>
      </p:sp>
    </p:spTree>
    <p:extLst>
      <p:ext uri="{BB962C8B-B14F-4D97-AF65-F5344CB8AC3E}">
        <p14:creationId xmlns:p14="http://schemas.microsoft.com/office/powerpoint/2010/main" val="14751153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696A5422-7622-1AC7-CD0E-8F93B4AB26C4}"/>
              </a:ext>
            </a:extLst>
          </p:cNvPr>
          <p:cNvSpPr txBox="1">
            <a:spLocks/>
          </p:cNvSpPr>
          <p:nvPr/>
        </p:nvSpPr>
        <p:spPr>
          <a:xfrm>
            <a:off x="533401" y="1905000"/>
            <a:ext cx="8153400" cy="609600"/>
          </a:xfrm>
          <a:prstGeom prst="rect">
            <a:avLst/>
          </a:prstGeom>
        </p:spPr>
        <p:txBody>
          <a:bodyPr vert="horz" lIns="68580" tIns="34290" rIns="68580" bIns="34290" rtlCol="0" anchor="t">
            <a:noAutofit/>
          </a:bodyPr>
          <a:lst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pPr>
              <a:buFont typeface="Wingdings" pitchFamily="2" charset="2"/>
              <a:buChar char="q"/>
            </a:pPr>
            <a:r>
              <a:rPr lang="en-US" sz="2200" dirty="0">
                <a:cs typeface="Calibri"/>
              </a:rPr>
              <a:t>IAEA inspectors examine Iran’s </a:t>
            </a:r>
            <a:r>
              <a:rPr lang="en-US" sz="2200" dirty="0"/>
              <a:t>uranium enrichment facilities to verify compliance </a:t>
            </a:r>
          </a:p>
          <a:p>
            <a:pPr marL="0" indent="0">
              <a:buFont typeface="Symbol" pitchFamily="18" charset="2"/>
              <a:buNone/>
            </a:pPr>
            <a:endParaRPr lang="en-US" sz="2200" dirty="0"/>
          </a:p>
        </p:txBody>
      </p:sp>
      <p:grpSp>
        <p:nvGrpSpPr>
          <p:cNvPr id="11" name="Group 10">
            <a:extLst>
              <a:ext uri="{FF2B5EF4-FFF2-40B4-BE49-F238E27FC236}">
                <a16:creationId xmlns:a16="http://schemas.microsoft.com/office/drawing/2014/main" id="{1A0DDE7D-84A0-4D60-16BA-6154435AD875}"/>
              </a:ext>
            </a:extLst>
          </p:cNvPr>
          <p:cNvGrpSpPr/>
          <p:nvPr/>
        </p:nvGrpSpPr>
        <p:grpSpPr>
          <a:xfrm>
            <a:off x="762000" y="228600"/>
            <a:ext cx="7772400" cy="6503650"/>
            <a:chOff x="762000" y="228600"/>
            <a:chExt cx="7772400" cy="6503650"/>
          </a:xfrm>
        </p:grpSpPr>
        <p:sp>
          <p:nvSpPr>
            <p:cNvPr id="4" name="TextBox 3">
              <a:extLst>
                <a:ext uri="{FF2B5EF4-FFF2-40B4-BE49-F238E27FC236}">
                  <a16:creationId xmlns:a16="http://schemas.microsoft.com/office/drawing/2014/main" id="{06667A97-038D-CD1C-051A-5711EA6F8407}"/>
                </a:ext>
              </a:extLst>
            </p:cNvPr>
            <p:cNvSpPr txBox="1"/>
            <p:nvPr/>
          </p:nvSpPr>
          <p:spPr>
            <a:xfrm>
              <a:off x="762000" y="228600"/>
              <a:ext cx="7772400" cy="1446550"/>
            </a:xfrm>
            <a:prstGeom prst="rect">
              <a:avLst/>
            </a:prstGeom>
            <a:noFill/>
          </p:spPr>
          <p:txBody>
            <a:bodyPr wrap="square">
              <a:spAutoFit/>
            </a:bodyPr>
            <a:lstStyle/>
            <a:p>
              <a:pPr algn="ctr"/>
              <a:r>
                <a:rPr lang="en-US" sz="4400" dirty="0">
                  <a:solidFill>
                    <a:schemeClr val="bg1"/>
                  </a:solidFill>
                  <a:latin typeface="Calibri"/>
                  <a:cs typeface="Calibri"/>
                </a:rPr>
                <a:t>International Atomic Energy Agency (IAEA)</a:t>
              </a:r>
              <a:endParaRPr lang="en-US" dirty="0">
                <a:solidFill>
                  <a:schemeClr val="bg1"/>
                </a:solidFill>
              </a:endParaRPr>
            </a:p>
          </p:txBody>
        </p:sp>
        <p:pic>
          <p:nvPicPr>
            <p:cNvPr id="10" name="Picture 9">
              <a:extLst>
                <a:ext uri="{FF2B5EF4-FFF2-40B4-BE49-F238E27FC236}">
                  <a16:creationId xmlns:a16="http://schemas.microsoft.com/office/drawing/2014/main" id="{7C9D407F-610D-6254-545B-2FC0F265E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2600" y="2744450"/>
              <a:ext cx="6083300" cy="3987800"/>
            </a:xfrm>
            <a:prstGeom prst="rect">
              <a:avLst/>
            </a:prstGeom>
          </p:spPr>
        </p:pic>
      </p:grpSp>
    </p:spTree>
    <p:extLst>
      <p:ext uri="{BB962C8B-B14F-4D97-AF65-F5344CB8AC3E}">
        <p14:creationId xmlns:p14="http://schemas.microsoft.com/office/powerpoint/2010/main" val="1552960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64763-1507-A848-8401-2006BB9DA436}"/>
              </a:ext>
            </a:extLst>
          </p:cNvPr>
          <p:cNvSpPr>
            <a:spLocks noGrp="1"/>
          </p:cNvSpPr>
          <p:nvPr>
            <p:ph type="title"/>
          </p:nvPr>
        </p:nvSpPr>
        <p:spPr/>
        <p:txBody>
          <a:bodyPr>
            <a:normAutofit fontScale="90000"/>
          </a:bodyPr>
          <a:lstStyle/>
          <a:p>
            <a:r>
              <a:rPr lang="en-US" altLang="en-US" dirty="0"/>
              <a:t>How Do Institutions Affect Cooperation?</a:t>
            </a:r>
            <a:endParaRPr lang="en-US" dirty="0"/>
          </a:p>
        </p:txBody>
      </p:sp>
      <p:sp>
        <p:nvSpPr>
          <p:cNvPr id="3" name="Content Placeholder 2">
            <a:extLst>
              <a:ext uri="{FF2B5EF4-FFF2-40B4-BE49-F238E27FC236}">
                <a16:creationId xmlns:a16="http://schemas.microsoft.com/office/drawing/2014/main" id="{F858E456-06C6-6949-B9AA-8D9E2D58A3B4}"/>
              </a:ext>
            </a:extLst>
          </p:cNvPr>
          <p:cNvSpPr>
            <a:spLocks noGrp="1"/>
          </p:cNvSpPr>
          <p:nvPr>
            <p:ph idx="1"/>
          </p:nvPr>
        </p:nvSpPr>
        <p:spPr>
          <a:xfrm>
            <a:off x="872067" y="2133600"/>
            <a:ext cx="7408333" cy="3992563"/>
          </a:xfrm>
        </p:spPr>
        <p:txBody>
          <a:bodyPr vert="horz" lIns="68580" tIns="34290" rIns="68580" bIns="34290" rtlCol="0" anchor="t">
            <a:normAutofit/>
          </a:bodyPr>
          <a:lstStyle/>
          <a:p>
            <a:pPr>
              <a:buFont typeface="Wingdings" pitchFamily="2" charset="2"/>
              <a:buChar char="q"/>
            </a:pPr>
            <a:r>
              <a:rPr lang="en-US" sz="2200" dirty="0">
                <a:cs typeface="Calibri"/>
              </a:rPr>
              <a:t>Joint decision-making costs are high without standards.</a:t>
            </a:r>
            <a:endParaRPr lang="en-US" sz="2200" dirty="0"/>
          </a:p>
          <a:p>
            <a:pPr marL="714375" lvl="1" indent="-285750">
              <a:buFont typeface="Wingdings" pitchFamily="2" charset="2"/>
              <a:buChar char="Ø"/>
            </a:pPr>
            <a:r>
              <a:rPr lang="en-US" sz="1800" dirty="0">
                <a:cs typeface="Calibri"/>
              </a:rPr>
              <a:t>Political institutions, or the rules of the political game, define how joint decisions are made. </a:t>
            </a:r>
            <a:endParaRPr lang="en-US" sz="1800" dirty="0"/>
          </a:p>
          <a:p>
            <a:pPr marL="714375" lvl="1" indent="-285750">
              <a:buFont typeface="Wingdings" pitchFamily="2" charset="2"/>
              <a:buChar char="Ø"/>
            </a:pPr>
            <a:r>
              <a:rPr lang="en-US" sz="1800" dirty="0">
                <a:cs typeface="Calibri"/>
              </a:rPr>
              <a:t>International institutions reduce joint decision-making costs by establishing how issues are addressed.</a:t>
            </a:r>
          </a:p>
          <a:p>
            <a:pPr marL="685800" lvl="1" indent="-257175">
              <a:buFont typeface="Wingdings"/>
              <a:buChar char="§"/>
            </a:pPr>
            <a:endParaRPr lang="en-US" sz="1800" dirty="0"/>
          </a:p>
          <a:p>
            <a:pPr>
              <a:buFont typeface="Wingdings" pitchFamily="2" charset="2"/>
              <a:buChar char="q"/>
            </a:pPr>
            <a:r>
              <a:rPr lang="en-US" sz="2200" dirty="0">
                <a:cs typeface="Calibri"/>
              </a:rPr>
              <a:t>Resolving disputes: mechanisms without enforcement.</a:t>
            </a:r>
            <a:endParaRPr lang="en-US" sz="2200" dirty="0"/>
          </a:p>
          <a:p>
            <a:pPr marL="714375" lvl="1" indent="-285750">
              <a:buFont typeface="Wingdings" pitchFamily="2" charset="2"/>
              <a:buChar char="Ø"/>
            </a:pPr>
            <a:r>
              <a:rPr lang="en-US" sz="1800" dirty="0">
                <a:cs typeface="Calibri"/>
              </a:rPr>
              <a:t>Provide mechanisms for dispute resolution</a:t>
            </a:r>
          </a:p>
          <a:p>
            <a:pPr marL="714375" lvl="1" indent="-285750">
              <a:buFont typeface="Wingdings" pitchFamily="2" charset="2"/>
              <a:buChar char="Ø"/>
            </a:pPr>
            <a:r>
              <a:rPr lang="en-US" sz="1800" dirty="0">
                <a:cs typeface="Calibri"/>
              </a:rPr>
              <a:t>But, lack the power to enforce their rulings</a:t>
            </a:r>
          </a:p>
          <a:p>
            <a:pPr marL="0" indent="0">
              <a:buNone/>
            </a:pPr>
            <a:endParaRPr lang="en-US" dirty="0"/>
          </a:p>
        </p:txBody>
      </p:sp>
    </p:spTree>
    <p:extLst>
      <p:ext uri="{BB962C8B-B14F-4D97-AF65-F5344CB8AC3E}">
        <p14:creationId xmlns:p14="http://schemas.microsoft.com/office/powerpoint/2010/main" val="21467832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30F8C89F-F392-DFB5-8405-A6B40CADF00F}"/>
              </a:ext>
            </a:extLst>
          </p:cNvPr>
          <p:cNvGrpSpPr/>
          <p:nvPr/>
        </p:nvGrpSpPr>
        <p:grpSpPr>
          <a:xfrm>
            <a:off x="1211895" y="441472"/>
            <a:ext cx="6743700" cy="5756128"/>
            <a:chOff x="1211895" y="441472"/>
            <a:chExt cx="6743700" cy="5756128"/>
          </a:xfrm>
        </p:grpSpPr>
        <p:sp>
          <p:nvSpPr>
            <p:cNvPr id="10" name="TextBox 9">
              <a:extLst>
                <a:ext uri="{FF2B5EF4-FFF2-40B4-BE49-F238E27FC236}">
                  <a16:creationId xmlns:a16="http://schemas.microsoft.com/office/drawing/2014/main" id="{24BE55CF-8558-162F-C8F7-C07E9DC18D1C}"/>
                </a:ext>
              </a:extLst>
            </p:cNvPr>
            <p:cNvSpPr txBox="1"/>
            <p:nvPr/>
          </p:nvSpPr>
          <p:spPr>
            <a:xfrm>
              <a:off x="1295400" y="441472"/>
              <a:ext cx="6576691" cy="1311128"/>
            </a:xfrm>
            <a:prstGeom prst="rect">
              <a:avLst/>
            </a:prstGeom>
            <a:noFill/>
          </p:spPr>
          <p:txBody>
            <a:bodyPr wrap="square">
              <a:spAutoFit/>
            </a:bodyPr>
            <a:lstStyle/>
            <a:p>
              <a:pPr algn="ctr">
                <a:lnSpc>
                  <a:spcPct val="90000"/>
                </a:lnSpc>
                <a:spcBef>
                  <a:spcPct val="0"/>
                </a:spcBef>
                <a:spcAft>
                  <a:spcPts val="600"/>
                </a:spcAft>
              </a:pPr>
              <a:r>
                <a:rPr lang="en-US" sz="4400" kern="1200" dirty="0">
                  <a:solidFill>
                    <a:srgbClr val="FFFFFF"/>
                  </a:solidFill>
                  <a:latin typeface="+mj-lt"/>
                  <a:ea typeface="+mj-ea"/>
                  <a:cs typeface="+mj-cs"/>
                </a:rPr>
                <a:t>WTO’s Dispute Settlement Mechanism</a:t>
              </a:r>
            </a:p>
          </p:txBody>
        </p:sp>
        <p:pic>
          <p:nvPicPr>
            <p:cNvPr id="18" name="Picture 17">
              <a:extLst>
                <a:ext uri="{FF2B5EF4-FFF2-40B4-BE49-F238E27FC236}">
                  <a16:creationId xmlns:a16="http://schemas.microsoft.com/office/drawing/2014/main" id="{DD0577D6-569A-EDA0-9249-6D79E49D95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1895" y="1905000"/>
              <a:ext cx="6743700" cy="4292600"/>
            </a:xfrm>
            <a:prstGeom prst="rect">
              <a:avLst/>
            </a:prstGeom>
          </p:spPr>
        </p:pic>
      </p:grpSp>
    </p:spTree>
    <p:extLst>
      <p:ext uri="{BB962C8B-B14F-4D97-AF65-F5344CB8AC3E}">
        <p14:creationId xmlns:p14="http://schemas.microsoft.com/office/powerpoint/2010/main" val="37429484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le 1"/>
          <p:cNvSpPr>
            <a:spLocks noGrp="1"/>
          </p:cNvSpPr>
          <p:nvPr>
            <p:ph type="title"/>
          </p:nvPr>
        </p:nvSpPr>
        <p:spPr/>
        <p:txBody>
          <a:bodyPr>
            <a:normAutofit/>
          </a:bodyPr>
          <a:lstStyle/>
          <a:p>
            <a:r>
              <a:rPr lang="en-US" altLang="en-US" dirty="0"/>
              <a:t>Who Do Institutions Benefit?</a:t>
            </a:r>
          </a:p>
        </p:txBody>
      </p:sp>
      <p:sp>
        <p:nvSpPr>
          <p:cNvPr id="81922" name="Content Placeholder 2"/>
          <p:cNvSpPr>
            <a:spLocks noGrp="1"/>
          </p:cNvSpPr>
          <p:nvPr>
            <p:ph idx="1"/>
          </p:nvPr>
        </p:nvSpPr>
        <p:spPr>
          <a:xfrm>
            <a:off x="628650" y="1949844"/>
            <a:ext cx="7886700" cy="4050907"/>
          </a:xfrm>
        </p:spPr>
        <p:txBody>
          <a:bodyPr vert="horz" lIns="68580" tIns="34290" rIns="68580" bIns="34290" rtlCol="0" anchor="t">
            <a:normAutofit/>
          </a:bodyPr>
          <a:lstStyle/>
          <a:p>
            <a:pPr>
              <a:buFont typeface="Wingdings" pitchFamily="2" charset="2"/>
              <a:buChar char="q"/>
            </a:pPr>
            <a:r>
              <a:rPr lang="en-US" altLang="en-US" sz="2200" dirty="0">
                <a:cs typeface="Calibri"/>
              </a:rPr>
              <a:t>Institutions can have biases.</a:t>
            </a:r>
          </a:p>
          <a:p>
            <a:pPr lvl="1">
              <a:buFont typeface="Wingdings" pitchFamily="2" charset="2"/>
              <a:buChar char="Ø"/>
            </a:pPr>
            <a:r>
              <a:rPr lang="en-US" altLang="en-US" sz="1800" dirty="0">
                <a:cs typeface="Calibri"/>
              </a:rPr>
              <a:t>A product of the cooperation and bargaining that brought them into being.</a:t>
            </a:r>
          </a:p>
          <a:p>
            <a:pPr lvl="1">
              <a:buFont typeface="Wingdings" pitchFamily="2" charset="2"/>
              <a:buChar char="Ø"/>
            </a:pPr>
            <a:r>
              <a:rPr lang="en-US" altLang="en-US" sz="1800" dirty="0">
                <a:cs typeface="Calibri"/>
              </a:rPr>
              <a:t>Winners got to write the rules or, at least, having a disproportionate say over the rules.</a:t>
            </a:r>
          </a:p>
          <a:p>
            <a:pPr lvl="1">
              <a:buFont typeface="Wingdings" pitchFamily="2" charset="2"/>
              <a:buChar char="Ø"/>
            </a:pPr>
            <a:r>
              <a:rPr lang="en-US" sz="1800" dirty="0"/>
              <a:t>E.g., the UN Security Council, IMF</a:t>
            </a:r>
          </a:p>
          <a:p>
            <a:pPr marL="559118" lvl="1" indent="-257175">
              <a:buChar char="§"/>
            </a:pPr>
            <a:endParaRPr lang="en-US" dirty="0"/>
          </a:p>
          <a:p>
            <a:pPr>
              <a:buFont typeface="Wingdings" pitchFamily="2" charset="2"/>
              <a:buChar char="q"/>
            </a:pPr>
            <a:r>
              <a:rPr lang="en-US" altLang="en-US" sz="2200" dirty="0">
                <a:cs typeface="Calibri"/>
              </a:rPr>
              <a:t>Most states follow the rules most of the time.</a:t>
            </a:r>
          </a:p>
          <a:p>
            <a:pPr lvl="1">
              <a:buFont typeface="Wingdings" pitchFamily="2" charset="2"/>
              <a:buChar char="Ø"/>
            </a:pPr>
            <a:r>
              <a:rPr lang="en-US" altLang="en-US" sz="1800" dirty="0">
                <a:cs typeface="Calibri"/>
              </a:rPr>
              <a:t>Facilitate cooperation that would have been unlikely without institutions.</a:t>
            </a:r>
          </a:p>
          <a:p>
            <a:pPr lvl="1">
              <a:buFont typeface="Wingdings" pitchFamily="2" charset="2"/>
              <a:buChar char="Ø"/>
            </a:pPr>
            <a:r>
              <a:rPr lang="en-US" altLang="en-US" sz="1800" dirty="0">
                <a:cs typeface="Calibri"/>
              </a:rPr>
              <a:t>Less costly to use existing institutions, even if imperfect, than to establish new ones.</a:t>
            </a:r>
          </a:p>
          <a:p>
            <a:endParaRPr lang="en-US"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p:cNvSpPr>
            <a:spLocks noGrp="1"/>
          </p:cNvSpPr>
          <p:nvPr>
            <p:ph type="title"/>
          </p:nvPr>
        </p:nvSpPr>
        <p:spPr/>
        <p:txBody>
          <a:bodyPr>
            <a:normAutofit/>
          </a:bodyPr>
          <a:lstStyle/>
          <a:p>
            <a:r>
              <a:rPr lang="en-US" altLang="en-US" dirty="0"/>
              <a:t>Analytical Framework: Recap</a:t>
            </a:r>
          </a:p>
        </p:txBody>
      </p:sp>
      <p:sp>
        <p:nvSpPr>
          <p:cNvPr id="3" name="Content Placeholder 2"/>
          <p:cNvSpPr>
            <a:spLocks noGrp="1"/>
          </p:cNvSpPr>
          <p:nvPr>
            <p:ph idx="1"/>
          </p:nvPr>
        </p:nvSpPr>
        <p:spPr>
          <a:xfrm>
            <a:off x="872067" y="2057400"/>
            <a:ext cx="7408333" cy="4068763"/>
          </a:xfrm>
        </p:spPr>
        <p:txBody>
          <a:bodyPr vert="horz" lIns="68580" tIns="34290" rIns="68580" bIns="34290" rtlCol="0" anchor="t">
            <a:normAutofit/>
          </a:bodyPr>
          <a:lstStyle/>
          <a:p>
            <a:pPr>
              <a:buFont typeface="Wingdings" pitchFamily="2" charset="2"/>
              <a:buChar char="q"/>
            </a:pPr>
            <a:r>
              <a:rPr lang="en-US" sz="2200" dirty="0">
                <a:cs typeface="Calibri"/>
              </a:rPr>
              <a:t>Interests = foundation of politics</a:t>
            </a:r>
          </a:p>
          <a:p>
            <a:pPr>
              <a:buFont typeface="Wingdings" pitchFamily="2" charset="2"/>
              <a:buChar char="q"/>
            </a:pPr>
            <a:endParaRPr lang="en-US" sz="1000" dirty="0"/>
          </a:p>
          <a:p>
            <a:pPr>
              <a:buFont typeface="Wingdings" pitchFamily="2" charset="2"/>
              <a:buChar char="q"/>
            </a:pPr>
            <a:r>
              <a:rPr lang="en-US" sz="2200" dirty="0">
                <a:cs typeface="Calibri"/>
              </a:rPr>
              <a:t>Cooperation and bargaining = strategic interaction</a:t>
            </a:r>
          </a:p>
          <a:p>
            <a:pPr>
              <a:buFont typeface="Wingdings" pitchFamily="2" charset="2"/>
              <a:buChar char="q"/>
            </a:pPr>
            <a:endParaRPr lang="en-US" sz="1000" dirty="0">
              <a:cs typeface="Calibri"/>
            </a:endParaRPr>
          </a:p>
          <a:p>
            <a:pPr>
              <a:buFont typeface="Wingdings" pitchFamily="2" charset="2"/>
              <a:buChar char="q"/>
            </a:pPr>
            <a:r>
              <a:rPr lang="en-US" sz="2200" dirty="0">
                <a:cs typeface="Calibri"/>
              </a:rPr>
              <a:t>Institutions = rules that constrain and enable interaction</a:t>
            </a:r>
            <a:endParaRPr lang="en-US" sz="2200" dirty="0"/>
          </a:p>
          <a:p>
            <a:pPr marL="714375" lvl="1" indent="-285750">
              <a:buFont typeface="Wingdings" pitchFamily="2" charset="2"/>
              <a:buChar char="Ø"/>
            </a:pPr>
            <a:r>
              <a:rPr lang="en-US" sz="1800" i="1" dirty="0">
                <a:cs typeface="Calibri"/>
              </a:rPr>
              <a:t>Not</a:t>
            </a:r>
            <a:r>
              <a:rPr lang="en-US" sz="1800" dirty="0">
                <a:cs typeface="Calibri"/>
              </a:rPr>
              <a:t> neutral</a:t>
            </a:r>
          </a:p>
          <a:p>
            <a:pPr marL="714375" lvl="1" indent="-285750">
              <a:buFont typeface="Wingdings" pitchFamily="2" charset="2"/>
              <a:buChar char="Ø"/>
            </a:pPr>
            <a:r>
              <a:rPr lang="en-US" sz="1800" dirty="0">
                <a:cs typeface="Calibri"/>
              </a:rPr>
              <a:t>Actors struggle to tilt them in their favor</a:t>
            </a:r>
            <a:endParaRPr lang="en-US" sz="18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emplate>Waveform</Template>
  <TotalTime>6344</TotalTime>
  <Words>2225</Words>
  <Application>Microsoft Macintosh PowerPoint</Application>
  <PresentationFormat>On-screen Show (4:3)</PresentationFormat>
  <Paragraphs>312</Paragraphs>
  <Slides>39</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39</vt:i4>
      </vt:variant>
    </vt:vector>
  </HeadingPairs>
  <TitlesOfParts>
    <vt:vector size="49" baseType="lpstr">
      <vt:lpstr>Aptos</vt:lpstr>
      <vt:lpstr>Arial</vt:lpstr>
      <vt:lpstr>Calibri</vt:lpstr>
      <vt:lpstr>Cambria</vt:lpstr>
      <vt:lpstr>Cambria Math</vt:lpstr>
      <vt:lpstr>Candara</vt:lpstr>
      <vt:lpstr>Georgia</vt:lpstr>
      <vt:lpstr>Symbol</vt:lpstr>
      <vt:lpstr>Wingdings</vt:lpstr>
      <vt:lpstr>Waveform</vt:lpstr>
      <vt:lpstr>PLSC 14: Interests, Interactions and Institutions</vt:lpstr>
      <vt:lpstr>Analytical Framework: Interests, Interactions, and Institutions </vt:lpstr>
      <vt:lpstr>PowerPoint Presentation</vt:lpstr>
      <vt:lpstr>International System</vt:lpstr>
      <vt:lpstr>Interests</vt:lpstr>
      <vt:lpstr>States and Interests</vt:lpstr>
      <vt:lpstr>Power and Security</vt:lpstr>
      <vt:lpstr>PowerPoint Presentation</vt:lpstr>
      <vt:lpstr>Interactions: Why Can’t Actors Always Get What They Want?</vt:lpstr>
      <vt:lpstr>Interactions: Purposive and Strategic</vt:lpstr>
      <vt:lpstr>Forms of Interactions</vt:lpstr>
      <vt:lpstr>PowerPoint Presentation</vt:lpstr>
      <vt:lpstr>PowerPoint Presentation</vt:lpstr>
      <vt:lpstr>PowerPoint Presentation</vt:lpstr>
      <vt:lpstr>PowerPoint Presentation</vt:lpstr>
      <vt:lpstr>PowerPoint Presentation</vt:lpstr>
      <vt:lpstr>When Can Actors Cooperate? </vt:lpstr>
      <vt:lpstr>The Prisoners’ Dilemma</vt:lpstr>
      <vt:lpstr>The Prisoners’ Dilemma</vt:lpstr>
      <vt:lpstr>The Prisoners’ Dilemma</vt:lpstr>
      <vt:lpstr>The Prisoners’ Dilemma</vt:lpstr>
      <vt:lpstr>The Prisoners’ Dilemma</vt:lpstr>
      <vt:lpstr>PowerPoint Presentation</vt:lpstr>
      <vt:lpstr>A Prisoners’ Dilemma</vt:lpstr>
      <vt:lpstr>Collaboration Problems and Public Goods</vt:lpstr>
      <vt:lpstr>Collaboration Problems &amp; Public Goods</vt:lpstr>
      <vt:lpstr>PowerPoint Presentation</vt:lpstr>
      <vt:lpstr>Numbers, Iteration, Linkage, and Information</vt:lpstr>
      <vt:lpstr>PowerPoint Presentation</vt:lpstr>
      <vt:lpstr>Bargaining Power</vt:lpstr>
      <vt:lpstr>Bargaining Power</vt:lpstr>
      <vt:lpstr>Institutions: Do Rules Matter in World Politics?</vt:lpstr>
      <vt:lpstr>How Do Institutions Affect Cooperation?</vt:lpstr>
      <vt:lpstr>How Do Institutions Affect Cooperation?</vt:lpstr>
      <vt:lpstr>PowerPoint Presentation</vt:lpstr>
      <vt:lpstr>How Do Institutions Affect Cooperation?</vt:lpstr>
      <vt:lpstr>PowerPoint Presentation</vt:lpstr>
      <vt:lpstr>Who Do Institutions Benefit?</vt:lpstr>
      <vt:lpstr>Analytical Framework: Recap</vt:lpstr>
    </vt:vector>
  </TitlesOfParts>
  <Company>College of the Liberal Arts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Boliang Zhu</dc:creator>
  <cp:lastModifiedBy>Zhu, Boliang</cp:lastModifiedBy>
  <cp:revision>223</cp:revision>
  <cp:lastPrinted>2012-09-03T14:27:47Z</cp:lastPrinted>
  <dcterms:created xsi:type="dcterms:W3CDTF">2012-08-26T23:14:14Z</dcterms:created>
  <dcterms:modified xsi:type="dcterms:W3CDTF">2026-08-27T01:47:02Z</dcterms:modified>
</cp:coreProperties>
</file>